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7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7" r:id="rId5"/>
    <p:sldMasterId id="2147483671" r:id="rId6"/>
    <p:sldMasterId id="2147483683" r:id="rId7"/>
  </p:sldMasterIdLst>
  <p:notesMasterIdLst>
    <p:notesMasterId r:id="rId17"/>
  </p:notesMasterIdLst>
  <p:handoutMasterIdLst>
    <p:handoutMasterId r:id="rId18"/>
  </p:handoutMasterIdLst>
  <p:sldIdLst>
    <p:sldId id="256" r:id="rId8"/>
    <p:sldId id="258" r:id="rId9"/>
    <p:sldId id="319" r:id="rId10"/>
    <p:sldId id="320" r:id="rId11"/>
    <p:sldId id="321" r:id="rId12"/>
    <p:sldId id="322" r:id="rId13"/>
    <p:sldId id="323" r:id="rId14"/>
    <p:sldId id="324" r:id="rId15"/>
    <p:sldId id="263" r:id="rId1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0BE4F843-0089-4DC3-97E4-32670B3F6CC5}">
          <p14:sldIdLst>
            <p14:sldId id="256"/>
            <p14:sldId id="258"/>
            <p14:sldId id="319"/>
            <p14:sldId id="320"/>
            <p14:sldId id="321"/>
            <p14:sldId id="322"/>
            <p14:sldId id="323"/>
            <p14:sldId id="324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216" userDrawn="1">
          <p15:clr>
            <a:srgbClr val="A4A3A4"/>
          </p15:clr>
        </p15:guide>
        <p15:guide id="6" orient="horz" pos="4032" userDrawn="1">
          <p15:clr>
            <a:srgbClr val="A4A3A4"/>
          </p15:clr>
        </p15:guide>
        <p15:guide id="7" orient="horz" pos="6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CE295E"/>
    <a:srgbClr val="DA9694"/>
    <a:srgbClr val="EAEDE4"/>
    <a:srgbClr val="DC9F9D"/>
    <a:srgbClr val="BBD092"/>
    <a:srgbClr val="CBD9AD"/>
    <a:srgbClr val="BACF8F"/>
    <a:srgbClr val="BCD0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63667-19DA-4DC0-BB12-7B0E7D73C995}" v="439" dt="2024-09-25T21:27:30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95" autoAdjust="0"/>
  </p:normalViewPr>
  <p:slideViewPr>
    <p:cSldViewPr snapToGrid="0" showGuides="1">
      <p:cViewPr varScale="1">
        <p:scale>
          <a:sx n="113" d="100"/>
          <a:sy n="113" d="100"/>
        </p:scale>
        <p:origin x="510" y="114"/>
      </p:cViewPr>
      <p:guideLst>
        <p:guide orient="horz" pos="2424"/>
        <p:guide pos="3840"/>
        <p:guide pos="192"/>
        <p:guide pos="7512"/>
        <p:guide orient="horz" pos="216"/>
        <p:guide orient="horz" pos="4032"/>
        <p:guide orient="horz" pos="6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H" userId="2e3cfd3ca921f314" providerId="LiveId" clId="{15D362C4-ACB9-4D34-B8DF-7BD87B071497}"/>
    <pc:docChg chg="undo redo custSel addSld delSld modSld sldOrd addMainMaster delMainMaster modMainMaster">
      <pc:chgData name="David BH" userId="2e3cfd3ca921f314" providerId="LiveId" clId="{15D362C4-ACB9-4D34-B8DF-7BD87B071497}" dt="2024-09-25T01:10:55.859" v="14998" actId="1037"/>
      <pc:docMkLst>
        <pc:docMk/>
      </pc:docMkLst>
      <pc:sldChg chg="addSp delSp modSp mod modClrScheme chgLayout">
        <pc:chgData name="David BH" userId="2e3cfd3ca921f314" providerId="LiveId" clId="{15D362C4-ACB9-4D34-B8DF-7BD87B071497}" dt="2024-09-22T22:48:12.549" v="4151" actId="478"/>
        <pc:sldMkLst>
          <pc:docMk/>
          <pc:sldMk cId="0" sldId="256"/>
        </pc:sldMkLst>
        <pc:spChg chg="mod">
          <ac:chgData name="David BH" userId="2e3cfd3ca921f314" providerId="LiveId" clId="{15D362C4-ACB9-4D34-B8DF-7BD87B071497}" dt="2024-09-22T19:02:23.595" v="924" actId="1038"/>
          <ac:spMkLst>
            <pc:docMk/>
            <pc:sldMk cId="0" sldId="256"/>
            <ac:spMk id="46" creationId="{00000000-0000-0000-0000-000000000000}"/>
          </ac:spMkLst>
        </pc:spChg>
        <pc:spChg chg="add del mod">
          <ac:chgData name="David BH" userId="2e3cfd3ca921f314" providerId="LiveId" clId="{15D362C4-ACB9-4D34-B8DF-7BD87B071497}" dt="2024-09-22T19:02:28.536" v="925" actId="1076"/>
          <ac:spMkLst>
            <pc:docMk/>
            <pc:sldMk cId="0" sldId="256"/>
            <ac:spMk id="47" creationId="{00000000-0000-0000-0000-000000000000}"/>
          </ac:spMkLst>
        </pc:spChg>
        <pc:spChg chg="add del mod">
          <ac:chgData name="David BH" userId="2e3cfd3ca921f314" providerId="LiveId" clId="{15D362C4-ACB9-4D34-B8DF-7BD87B071497}" dt="2024-09-22T18:42:02.224" v="529" actId="26606"/>
          <ac:spMkLst>
            <pc:docMk/>
            <pc:sldMk cId="0" sldId="256"/>
            <ac:spMk id="232" creationId="{9CDA86CE-DE87-7DCD-E8BA-C433535D44A4}"/>
          </ac:spMkLst>
        </pc:spChg>
        <pc:grpChg chg="del mod">
          <ac:chgData name="David BH" userId="2e3cfd3ca921f314" providerId="LiveId" clId="{15D362C4-ACB9-4D34-B8DF-7BD87B071497}" dt="2024-09-22T18:41:08.756" v="523" actId="478"/>
          <ac:grpSpMkLst>
            <pc:docMk/>
            <pc:sldMk cId="0" sldId="256"/>
            <ac:grpSpMk id="48" creationId="{00000000-0000-0000-0000-000000000000}"/>
          </ac:grpSpMkLst>
        </pc:grpChg>
        <pc:graphicFrameChg chg="add del mod modGraphic">
          <ac:chgData name="David BH" userId="2e3cfd3ca921f314" providerId="LiveId" clId="{15D362C4-ACB9-4D34-B8DF-7BD87B071497}" dt="2024-09-22T22:31:25.171" v="4001" actId="478"/>
          <ac:graphicFrameMkLst>
            <pc:docMk/>
            <pc:sldMk cId="0" sldId="256"/>
            <ac:graphicFrameMk id="2" creationId="{1430D034-606E-DF2A-B289-9A1E7844494E}"/>
          </ac:graphicFrameMkLst>
        </pc:graphicFrameChg>
        <pc:graphicFrameChg chg="add del mod modGraphic">
          <ac:chgData name="David BH" userId="2e3cfd3ca921f314" providerId="LiveId" clId="{15D362C4-ACB9-4D34-B8DF-7BD87B071497}" dt="2024-09-22T22:44:11.713" v="4133" actId="478"/>
          <ac:graphicFrameMkLst>
            <pc:docMk/>
            <pc:sldMk cId="0" sldId="256"/>
            <ac:graphicFrameMk id="3" creationId="{8C8C4BB3-0ECA-3C22-DC88-18495F07A827}"/>
          </ac:graphicFrameMkLst>
        </pc:graphicFrameChg>
        <pc:graphicFrameChg chg="add del mod">
          <ac:chgData name="David BH" userId="2e3cfd3ca921f314" providerId="LiveId" clId="{15D362C4-ACB9-4D34-B8DF-7BD87B071497}" dt="2024-09-22T22:48:12.549" v="4151" actId="478"/>
          <ac:graphicFrameMkLst>
            <pc:docMk/>
            <pc:sldMk cId="0" sldId="256"/>
            <ac:graphicFrameMk id="4" creationId="{8D41077B-8058-CAC4-4DF3-2ECA45EFB590}"/>
          </ac:graphicFrameMkLst>
        </pc:graphicFrameChg>
        <pc:graphicFrameChg chg="add del">
          <ac:chgData name="David BH" userId="2e3cfd3ca921f314" providerId="LiveId" clId="{15D362C4-ACB9-4D34-B8DF-7BD87B071497}" dt="2024-09-22T18:41:49.833" v="525" actId="26606"/>
          <ac:graphicFrameMkLst>
            <pc:docMk/>
            <pc:sldMk cId="0" sldId="256"/>
            <ac:graphicFrameMk id="50" creationId="{08AD6316-B813-F0B3-4EA4-634C18130FA8}"/>
          </ac:graphicFrameMkLst>
        </pc:graphicFrameChg>
        <pc:graphicFrameChg chg="add del">
          <ac:chgData name="David BH" userId="2e3cfd3ca921f314" providerId="LiveId" clId="{15D362C4-ACB9-4D34-B8DF-7BD87B071497}" dt="2024-09-22T18:41:52.158" v="527" actId="26606"/>
          <ac:graphicFrameMkLst>
            <pc:docMk/>
            <pc:sldMk cId="0" sldId="256"/>
            <ac:graphicFrameMk id="231" creationId="{D625F3FE-96F4-5B9E-0706-120CA368D937}"/>
          </ac:graphicFrameMkLst>
        </pc:graphicFrameChg>
        <pc:picChg chg="add mod">
          <ac:chgData name="David BH" userId="2e3cfd3ca921f314" providerId="LiveId" clId="{15D362C4-ACB9-4D34-B8DF-7BD87B071497}" dt="2024-09-22T18:44:22.539" v="586" actId="1076"/>
          <ac:picMkLst>
            <pc:docMk/>
            <pc:sldMk cId="0" sldId="256"/>
            <ac:picMk id="1026" creationId="{A9E8F7FB-B24F-277E-68CC-4761FCBECC9C}"/>
          </ac:picMkLst>
        </pc:picChg>
        <pc:picChg chg="add mod">
          <ac:chgData name="David BH" userId="2e3cfd3ca921f314" providerId="LiveId" clId="{15D362C4-ACB9-4D34-B8DF-7BD87B071497}" dt="2024-09-22T19:04:08.895" v="932" actId="1037"/>
          <ac:picMkLst>
            <pc:docMk/>
            <pc:sldMk cId="0" sldId="256"/>
            <ac:picMk id="1028" creationId="{FB12CCBB-8961-CFE6-3137-76B6FB8696B1}"/>
          </ac:picMkLst>
        </pc:picChg>
      </pc:sldChg>
      <pc:sldChg chg="del">
        <pc:chgData name="David BH" userId="2e3cfd3ca921f314" providerId="LiveId" clId="{15D362C4-ACB9-4D34-B8DF-7BD87B071497}" dt="2024-09-22T18:28:23.083" v="3" actId="2696"/>
        <pc:sldMkLst>
          <pc:docMk/>
          <pc:sldMk cId="3105940131" sldId="256"/>
        </pc:sldMkLst>
      </pc:sldChg>
      <pc:sldChg chg="addSp delSp modSp mod">
        <pc:chgData name="David BH" userId="2e3cfd3ca921f314" providerId="LiveId" clId="{15D362C4-ACB9-4D34-B8DF-7BD87B071497}" dt="2024-09-25T00:31:26.296" v="14202" actId="164"/>
        <pc:sldMkLst>
          <pc:docMk/>
          <pc:sldMk cId="3427904300" sldId="257"/>
        </pc:sldMkLst>
        <pc:spChg chg="add del 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3" creationId="{EAEF9EA5-4D61-B2ED-BFA5-4C510ACDC6FD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5" creationId="{E42FC5A2-07D4-785E-D1CB-8C161AAC08D1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6" creationId="{07BB3EED-675C-8F2C-AA1A-A3DF61EB25FC}"/>
          </ac:spMkLst>
        </pc:spChg>
        <pc:spChg chg="add 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7" creationId="{6A5FC561-FFF8-1C90-B464-2BDD2963D6D6}"/>
          </ac:spMkLst>
        </pc:spChg>
        <pc:spChg chg="add del mod">
          <ac:chgData name="David BH" userId="2e3cfd3ca921f314" providerId="LiveId" clId="{15D362C4-ACB9-4D34-B8DF-7BD87B071497}" dt="2024-09-23T23:38:21.878" v="9539" actId="478"/>
          <ac:spMkLst>
            <pc:docMk/>
            <pc:sldMk cId="3427904300" sldId="257"/>
            <ac:spMk id="8" creationId="{93779F88-B91D-7AF2-FF87-9F6A5732B3FF}"/>
          </ac:spMkLst>
        </pc:spChg>
        <pc:spChg chg="add del mod">
          <ac:chgData name="David BH" userId="2e3cfd3ca921f314" providerId="LiveId" clId="{15D362C4-ACB9-4D34-B8DF-7BD87B071497}" dt="2024-09-23T23:38:21.878" v="9539" actId="478"/>
          <ac:spMkLst>
            <pc:docMk/>
            <pc:sldMk cId="3427904300" sldId="257"/>
            <ac:spMk id="9" creationId="{A373DC21-8DA7-39AE-CFEB-3DAD213A8C7C}"/>
          </ac:spMkLst>
        </pc:spChg>
        <pc:spChg chg="add 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10" creationId="{C1D518D5-6800-F694-1E19-78FEEF237741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12" creationId="{57504C83-58CF-937A-A924-1B7DAF4C7737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13" creationId="{6B6F23BA-7910-DBEA-255C-0765366F0E68}"/>
          </ac:spMkLst>
        </pc:spChg>
        <pc:spChg chg="add 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14" creationId="{0960C95A-30DF-0A5A-50AD-E20E4E477898}"/>
          </ac:spMkLst>
        </pc:spChg>
        <pc:spChg chg="add del mod">
          <ac:chgData name="David BH" userId="2e3cfd3ca921f314" providerId="LiveId" clId="{15D362C4-ACB9-4D34-B8DF-7BD87B071497}" dt="2024-09-23T23:38:21.878" v="9539" actId="478"/>
          <ac:spMkLst>
            <pc:docMk/>
            <pc:sldMk cId="3427904300" sldId="257"/>
            <ac:spMk id="15" creationId="{079BC175-8620-D90D-BCB7-3F36C91F5BDD}"/>
          </ac:spMkLst>
        </pc:spChg>
        <pc:spChg chg="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16" creationId="{08E5DF78-04F3-437B-AA15-B6C3B6F35D17}"/>
          </ac:spMkLst>
        </pc:spChg>
        <pc:spChg chg="add del mod">
          <ac:chgData name="David BH" userId="2e3cfd3ca921f314" providerId="LiveId" clId="{15D362C4-ACB9-4D34-B8DF-7BD87B071497}" dt="2024-09-23T23:38:21.878" v="9539" actId="478"/>
          <ac:spMkLst>
            <pc:docMk/>
            <pc:sldMk cId="3427904300" sldId="257"/>
            <ac:spMk id="17" creationId="{4B5CEB91-53A1-F53E-2000-76059D94983C}"/>
          </ac:spMkLst>
        </pc:spChg>
        <pc:spChg chg="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19" creationId="{B0F6E0D7-78C4-40F6-B512-3F385B0E08BA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20" creationId="{9CDEF9AF-F548-4318-AAF2-2D1B15B6BCB8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21" creationId="{BF6C1063-3DB1-4139-BBB9-1370AF935B78}"/>
          </ac:spMkLst>
        </pc:spChg>
        <pc:spChg chg="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22" creationId="{B71BA6C7-3C87-4195-B0BB-1626F1A1ADD2}"/>
          </ac:spMkLst>
        </pc:spChg>
        <pc:spChg chg="add 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23" creationId="{AF76A5C3-5147-A375-13FB-FAEFD2BB8F61}"/>
          </ac:spMkLst>
        </pc:spChg>
        <pc:spChg chg="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25" creationId="{03E9B2C8-D756-468E-8986-8C91DD16482F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26" creationId="{FD7CA159-F8F2-4143-93C3-DC2FE32E930A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27" creationId="{13C2DEFB-DF3E-4BBA-928E-11847CDC6CE1}"/>
          </ac:spMkLst>
        </pc:spChg>
        <pc:spChg chg="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28" creationId="{51659907-07B0-4DB0-8B90-7E72BDBAED3B}"/>
          </ac:spMkLst>
        </pc:spChg>
        <pc:spChg chg="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31" creationId="{FD00F1AC-7614-494E-8F7D-C44FE0ED2873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32" creationId="{E464F7C5-1209-4C6C-B394-90C57173B191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33" creationId="{96F3F53A-5DBD-4553-9C2E-1D5E77F27372}"/>
          </ac:spMkLst>
        </pc:spChg>
        <pc:spChg chg="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34" creationId="{73E51D0F-C13A-4F6C-9EE5-4C796F23FB96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35" creationId="{E6E4B925-53A3-5FA3-795A-CFD4CD0A137B}"/>
          </ac:spMkLst>
        </pc:spChg>
        <pc:spChg chg="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37" creationId="{FEFA5DFF-96A6-492A-A4E7-4C845C063B38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38" creationId="{22B7E11D-808D-4182-B244-491256DE8E7F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39" creationId="{FA2F8884-7496-43BC-B283-17B2238D781E}"/>
          </ac:spMkLst>
        </pc:spChg>
        <pc:spChg chg="mod">
          <ac:chgData name="David BH" userId="2e3cfd3ca921f314" providerId="LiveId" clId="{15D362C4-ACB9-4D34-B8DF-7BD87B071497}" dt="2024-09-25T00:27:27.337" v="14185" actId="165"/>
          <ac:spMkLst>
            <pc:docMk/>
            <pc:sldMk cId="3427904300" sldId="257"/>
            <ac:spMk id="41" creationId="{F1C73933-6EDF-FEC6-F90A-0FE676DB05B1}"/>
          </ac:spMkLst>
        </pc:spChg>
        <pc:spChg chg="add mod topLvl">
          <ac:chgData name="David BH" userId="2e3cfd3ca921f314" providerId="LiveId" clId="{15D362C4-ACB9-4D34-B8DF-7BD87B071497}" dt="2024-09-25T00:31:26.296" v="14202" actId="164"/>
          <ac:spMkLst>
            <pc:docMk/>
            <pc:sldMk cId="3427904300" sldId="257"/>
            <ac:spMk id="42" creationId="{F4B44AD5-DC13-E0F7-CE7D-4C7EE6BF1A6E}"/>
          </ac:spMkLst>
        </pc:spChg>
        <pc:spChg chg="add del mod">
          <ac:chgData name="David BH" userId="2e3cfd3ca921f314" providerId="LiveId" clId="{15D362C4-ACB9-4D34-B8DF-7BD87B071497}" dt="2024-09-23T23:38:21.878" v="9539" actId="478"/>
          <ac:spMkLst>
            <pc:docMk/>
            <pc:sldMk cId="3427904300" sldId="257"/>
            <ac:spMk id="43" creationId="{E7FEC244-C9FD-4875-D180-51533BA23EB7}"/>
          </ac:spMkLst>
        </pc:spChg>
        <pc:spChg chg="add del mod">
          <ac:chgData name="David BH" userId="2e3cfd3ca921f314" providerId="LiveId" clId="{15D362C4-ACB9-4D34-B8DF-7BD87B071497}" dt="2024-09-23T23:38:21.878" v="9539" actId="478"/>
          <ac:spMkLst>
            <pc:docMk/>
            <pc:sldMk cId="3427904300" sldId="257"/>
            <ac:spMk id="44" creationId="{7C9A0FFD-AC68-D2FB-03D9-54B33C828DD1}"/>
          </ac:spMkLst>
        </pc:spChg>
        <pc:spChg chg="mod">
          <ac:chgData name="David BH" userId="2e3cfd3ca921f314" providerId="LiveId" clId="{15D362C4-ACB9-4D34-B8DF-7BD87B071497}" dt="2024-09-23T23:32:01.967" v="9523" actId="552"/>
          <ac:spMkLst>
            <pc:docMk/>
            <pc:sldMk cId="3427904300" sldId="257"/>
            <ac:spMk id="78" creationId="{9CD6E5E9-E393-4CC4-B4DE-3FFEC7009F26}"/>
          </ac:spMkLst>
        </pc:spChg>
        <pc:spChg chg="mod">
          <ac:chgData name="David BH" userId="2e3cfd3ca921f314" providerId="LiveId" clId="{15D362C4-ACB9-4D34-B8DF-7BD87B071497}" dt="2024-09-23T23:32:01.967" v="9523" actId="552"/>
          <ac:spMkLst>
            <pc:docMk/>
            <pc:sldMk cId="3427904300" sldId="257"/>
            <ac:spMk id="79" creationId="{150C2D72-B2E7-4BBC-B0B5-F2D0672588AA}"/>
          </ac:spMkLst>
        </pc:spChg>
        <pc:spChg chg="mod">
          <ac:chgData name="David BH" userId="2e3cfd3ca921f314" providerId="LiveId" clId="{15D362C4-ACB9-4D34-B8DF-7BD87B071497}" dt="2024-09-23T23:32:01.967" v="9523" actId="552"/>
          <ac:spMkLst>
            <pc:docMk/>
            <pc:sldMk cId="3427904300" sldId="257"/>
            <ac:spMk id="80" creationId="{88442823-0A9F-4F87-BC4E-67C185B4D095}"/>
          </ac:spMkLst>
        </pc:spChg>
        <pc:spChg chg="mod">
          <ac:chgData name="David BH" userId="2e3cfd3ca921f314" providerId="LiveId" clId="{15D362C4-ACB9-4D34-B8DF-7BD87B071497}" dt="2024-09-23T23:32:01.967" v="9523" actId="552"/>
          <ac:spMkLst>
            <pc:docMk/>
            <pc:sldMk cId="3427904300" sldId="257"/>
            <ac:spMk id="81" creationId="{BB8E522F-6C5D-4BEC-99C9-595B4D9E91A0}"/>
          </ac:spMkLst>
        </pc:spChg>
        <pc:spChg chg="mod">
          <ac:chgData name="David BH" userId="2e3cfd3ca921f314" providerId="LiveId" clId="{15D362C4-ACB9-4D34-B8DF-7BD87B071497}" dt="2024-09-23T23:32:01.967" v="9523" actId="552"/>
          <ac:spMkLst>
            <pc:docMk/>
            <pc:sldMk cId="3427904300" sldId="257"/>
            <ac:spMk id="82" creationId="{6D136E7B-C62D-4BAB-A634-DE74945715FC}"/>
          </ac:spMkLst>
        </pc:spChg>
        <pc:spChg chg="mod">
          <ac:chgData name="David BH" userId="2e3cfd3ca921f314" providerId="LiveId" clId="{15D362C4-ACB9-4D34-B8DF-7BD87B071497}" dt="2024-09-23T23:32:01.967" v="9523" actId="552"/>
          <ac:spMkLst>
            <pc:docMk/>
            <pc:sldMk cId="3427904300" sldId="257"/>
            <ac:spMk id="83" creationId="{FB61B270-9A62-4EAD-B6D2-E4BFE8F2815D}"/>
          </ac:spMkLst>
        </pc:spChg>
        <pc:spChg chg="mod">
          <ac:chgData name="David BH" userId="2e3cfd3ca921f314" providerId="LiveId" clId="{15D362C4-ACB9-4D34-B8DF-7BD87B071497}" dt="2024-09-23T23:32:01.967" v="9523" actId="552"/>
          <ac:spMkLst>
            <pc:docMk/>
            <pc:sldMk cId="3427904300" sldId="257"/>
            <ac:spMk id="84" creationId="{347D01A0-04AC-4D15-BA2B-F70FFF894A8A}"/>
          </ac:spMkLst>
        </pc:spChg>
        <pc:spChg chg="mod">
          <ac:chgData name="David BH" userId="2e3cfd3ca921f314" providerId="LiveId" clId="{15D362C4-ACB9-4D34-B8DF-7BD87B071497}" dt="2024-09-23T23:32:01.967" v="9523" actId="552"/>
          <ac:spMkLst>
            <pc:docMk/>
            <pc:sldMk cId="3427904300" sldId="257"/>
            <ac:spMk id="85" creationId="{30C95C53-B2B8-4402-9B94-69787A1A5E97}"/>
          </ac:spMkLst>
        </pc:spChg>
        <pc:spChg chg="mod">
          <ac:chgData name="David BH" userId="2e3cfd3ca921f314" providerId="LiveId" clId="{15D362C4-ACB9-4D34-B8DF-7BD87B071497}" dt="2024-09-23T23:32:01.967" v="9523" actId="552"/>
          <ac:spMkLst>
            <pc:docMk/>
            <pc:sldMk cId="3427904300" sldId="257"/>
            <ac:spMk id="86" creationId="{8AEFF552-DCE8-4A42-88F7-71DFCD8B6F89}"/>
          </ac:spMkLst>
        </pc:spChg>
        <pc:spChg chg="mod">
          <ac:chgData name="David BH" userId="2e3cfd3ca921f314" providerId="LiveId" clId="{15D362C4-ACB9-4D34-B8DF-7BD87B071497}" dt="2024-09-23T23:34:27.744" v="9527" actId="552"/>
          <ac:spMkLst>
            <pc:docMk/>
            <pc:sldMk cId="3427904300" sldId="257"/>
            <ac:spMk id="88" creationId="{6C8000C0-4BCC-428D-B1D1-6B0FC229FBCC}"/>
          </ac:spMkLst>
        </pc:spChg>
        <pc:spChg chg="mod">
          <ac:chgData name="David BH" userId="2e3cfd3ca921f314" providerId="LiveId" clId="{15D362C4-ACB9-4D34-B8DF-7BD87B071497}" dt="2024-09-23T23:34:27.744" v="9527" actId="552"/>
          <ac:spMkLst>
            <pc:docMk/>
            <pc:sldMk cId="3427904300" sldId="257"/>
            <ac:spMk id="89" creationId="{94533016-01AC-41FD-981F-0EEB95037EC8}"/>
          </ac:spMkLst>
        </pc:spChg>
        <pc:spChg chg="mod">
          <ac:chgData name="David BH" userId="2e3cfd3ca921f314" providerId="LiveId" clId="{15D362C4-ACB9-4D34-B8DF-7BD87B071497}" dt="2024-09-23T23:34:27.744" v="9527" actId="552"/>
          <ac:spMkLst>
            <pc:docMk/>
            <pc:sldMk cId="3427904300" sldId="257"/>
            <ac:spMk id="90" creationId="{18D20582-D9F5-4371-9367-FE7438ECC616}"/>
          </ac:spMkLst>
        </pc:spChg>
        <pc:spChg chg="mod">
          <ac:chgData name="David BH" userId="2e3cfd3ca921f314" providerId="LiveId" clId="{15D362C4-ACB9-4D34-B8DF-7BD87B071497}" dt="2024-09-23T23:34:27.744" v="9527" actId="552"/>
          <ac:spMkLst>
            <pc:docMk/>
            <pc:sldMk cId="3427904300" sldId="257"/>
            <ac:spMk id="91" creationId="{AC22F1EB-A4A0-4623-9E12-54168653BAA6}"/>
          </ac:spMkLst>
        </pc:spChg>
        <pc:spChg chg="mod">
          <ac:chgData name="David BH" userId="2e3cfd3ca921f314" providerId="LiveId" clId="{15D362C4-ACB9-4D34-B8DF-7BD87B071497}" dt="2024-09-23T23:34:27.744" v="9527" actId="552"/>
          <ac:spMkLst>
            <pc:docMk/>
            <pc:sldMk cId="3427904300" sldId="257"/>
            <ac:spMk id="92" creationId="{C1BF36D6-63EB-487B-AD77-81E4FA57EC5F}"/>
          </ac:spMkLst>
        </pc:spChg>
        <pc:spChg chg="mod">
          <ac:chgData name="David BH" userId="2e3cfd3ca921f314" providerId="LiveId" clId="{15D362C4-ACB9-4D34-B8DF-7BD87B071497}" dt="2024-09-23T23:34:27.744" v="9527" actId="552"/>
          <ac:spMkLst>
            <pc:docMk/>
            <pc:sldMk cId="3427904300" sldId="257"/>
            <ac:spMk id="93" creationId="{05D1A218-522B-4C34-8F2E-0675136BFF23}"/>
          </ac:spMkLst>
        </pc:spChg>
        <pc:spChg chg="mod">
          <ac:chgData name="David BH" userId="2e3cfd3ca921f314" providerId="LiveId" clId="{15D362C4-ACB9-4D34-B8DF-7BD87B071497}" dt="2024-09-23T23:34:27.744" v="9527" actId="552"/>
          <ac:spMkLst>
            <pc:docMk/>
            <pc:sldMk cId="3427904300" sldId="257"/>
            <ac:spMk id="94" creationId="{55B2B211-7880-45A9-B93C-1B72B6E1F757}"/>
          </ac:spMkLst>
        </pc:spChg>
        <pc:spChg chg="mod">
          <ac:chgData name="David BH" userId="2e3cfd3ca921f314" providerId="LiveId" clId="{15D362C4-ACB9-4D34-B8DF-7BD87B071497}" dt="2024-09-23T23:34:27.744" v="9527" actId="552"/>
          <ac:spMkLst>
            <pc:docMk/>
            <pc:sldMk cId="3427904300" sldId="257"/>
            <ac:spMk id="95" creationId="{037D0543-1DEC-469B-9CD8-5106544048AB}"/>
          </ac:spMkLst>
        </pc:spChg>
        <pc:spChg chg="mod">
          <ac:chgData name="David BH" userId="2e3cfd3ca921f314" providerId="LiveId" clId="{15D362C4-ACB9-4D34-B8DF-7BD87B071497}" dt="2024-09-23T23:32:01.967" v="9523" actId="552"/>
          <ac:spMkLst>
            <pc:docMk/>
            <pc:sldMk cId="3427904300" sldId="257"/>
            <ac:spMk id="97" creationId="{3B43AB95-465E-4787-BAA0-F4F7C621D084}"/>
          </ac:spMkLst>
        </pc:spChg>
        <pc:spChg chg="mod">
          <ac:chgData name="David BH" userId="2e3cfd3ca921f314" providerId="LiveId" clId="{15D362C4-ACB9-4D34-B8DF-7BD87B071497}" dt="2024-09-23T23:32:01.967" v="9523" actId="552"/>
          <ac:spMkLst>
            <pc:docMk/>
            <pc:sldMk cId="3427904300" sldId="257"/>
            <ac:spMk id="98" creationId="{2D15B5D1-3858-4D36-A23C-F9285E3CC93B}"/>
          </ac:spMkLst>
        </pc:spChg>
        <pc:spChg chg="mod">
          <ac:chgData name="David BH" userId="2e3cfd3ca921f314" providerId="LiveId" clId="{15D362C4-ACB9-4D34-B8DF-7BD87B071497}" dt="2024-09-23T23:32:01.967" v="9523" actId="552"/>
          <ac:spMkLst>
            <pc:docMk/>
            <pc:sldMk cId="3427904300" sldId="257"/>
            <ac:spMk id="99" creationId="{A85650C6-A352-4849-8237-E8D0D7A6090A}"/>
          </ac:spMkLst>
        </pc:spChg>
        <pc:spChg chg="add del mod topLvl">
          <ac:chgData name="David BH" userId="2e3cfd3ca921f314" providerId="LiveId" clId="{15D362C4-ACB9-4D34-B8DF-7BD87B071497}" dt="2024-09-23T23:38:21.878" v="9539" actId="478"/>
          <ac:spMkLst>
            <pc:docMk/>
            <pc:sldMk cId="3427904300" sldId="257"/>
            <ac:spMk id="104" creationId="{DF91D015-C26B-4016-9D8E-A4F27E7BBD97}"/>
          </ac:spMkLst>
        </pc:spChg>
        <pc:spChg chg="add del mod topLvl">
          <ac:chgData name="David BH" userId="2e3cfd3ca921f314" providerId="LiveId" clId="{15D362C4-ACB9-4D34-B8DF-7BD87B071497}" dt="2024-09-23T23:38:21.878" v="9539" actId="478"/>
          <ac:spMkLst>
            <pc:docMk/>
            <pc:sldMk cId="3427904300" sldId="257"/>
            <ac:spMk id="107" creationId="{634A4F9E-61F7-4D26-8491-5F945D5C4E29}"/>
          </ac:spMkLst>
        </pc:spChg>
        <pc:spChg chg="add del mod topLvl">
          <ac:chgData name="David BH" userId="2e3cfd3ca921f314" providerId="LiveId" clId="{15D362C4-ACB9-4D34-B8DF-7BD87B071497}" dt="2024-09-23T23:38:21.878" v="9539" actId="478"/>
          <ac:spMkLst>
            <pc:docMk/>
            <pc:sldMk cId="3427904300" sldId="257"/>
            <ac:spMk id="108" creationId="{25402DE0-9847-4060-BCBB-3815517CAE80}"/>
          </ac:spMkLst>
        </pc:spChg>
        <pc:spChg chg="add del mod topLvl">
          <ac:chgData name="David BH" userId="2e3cfd3ca921f314" providerId="LiveId" clId="{15D362C4-ACB9-4D34-B8DF-7BD87B071497}" dt="2024-09-23T23:38:21.878" v="9539" actId="478"/>
          <ac:spMkLst>
            <pc:docMk/>
            <pc:sldMk cId="3427904300" sldId="257"/>
            <ac:spMk id="109" creationId="{1A18FEB0-5FCA-4B8E-9936-15F531834A0B}"/>
          </ac:spMkLst>
        </pc:spChg>
        <pc:spChg chg="add del mod topLvl">
          <ac:chgData name="David BH" userId="2e3cfd3ca921f314" providerId="LiveId" clId="{15D362C4-ACB9-4D34-B8DF-7BD87B071497}" dt="2024-09-23T23:38:21.878" v="9539" actId="478"/>
          <ac:spMkLst>
            <pc:docMk/>
            <pc:sldMk cId="3427904300" sldId="257"/>
            <ac:spMk id="110" creationId="{F0C1CC42-D2AA-4B89-8991-D8E098EBF126}"/>
          </ac:spMkLst>
        </pc:spChg>
        <pc:spChg chg="del">
          <ac:chgData name="David BH" userId="2e3cfd3ca921f314" providerId="LiveId" clId="{15D362C4-ACB9-4D34-B8DF-7BD87B071497}" dt="2024-09-23T23:04:27.644" v="9102" actId="478"/>
          <ac:spMkLst>
            <pc:docMk/>
            <pc:sldMk cId="3427904300" sldId="257"/>
            <ac:spMk id="111" creationId="{853D56A8-B36E-4520-9327-AFD45439C181}"/>
          </ac:spMkLst>
        </pc:spChg>
        <pc:spChg chg="mod">
          <ac:chgData name="David BH" userId="2e3cfd3ca921f314" providerId="LiveId" clId="{15D362C4-ACB9-4D34-B8DF-7BD87B071497}" dt="2024-09-25T00:31:20.128" v="14201" actId="1076"/>
          <ac:spMkLst>
            <pc:docMk/>
            <pc:sldMk cId="3427904300" sldId="257"/>
            <ac:spMk id="128" creationId="{212B4947-E6CD-467B-AF72-9BC942B53E3E}"/>
          </ac:spMkLst>
        </pc:spChg>
        <pc:grpChg chg="add del mod">
          <ac:chgData name="David BH" userId="2e3cfd3ca921f314" providerId="LiveId" clId="{15D362C4-ACB9-4D34-B8DF-7BD87B071497}" dt="2024-09-23T23:29:44.207" v="9327" actId="165"/>
          <ac:grpSpMkLst>
            <pc:docMk/>
            <pc:sldMk cId="3427904300" sldId="257"/>
            <ac:grpSpMk id="2" creationId="{ADAB7F5C-A4AA-546A-2F06-CE9CBEA3B4CA}"/>
          </ac:grpSpMkLst>
        </pc:grpChg>
        <pc:grpChg chg="add del mod topLvl">
          <ac:chgData name="David BH" userId="2e3cfd3ca921f314" providerId="LiveId" clId="{15D362C4-ACB9-4D34-B8DF-7BD87B071497}" dt="2024-09-25T00:31:26.296" v="14202" actId="164"/>
          <ac:grpSpMkLst>
            <pc:docMk/>
            <pc:sldMk cId="3427904300" sldId="257"/>
            <ac:grpSpMk id="4" creationId="{36AE93A2-DC9A-883C-62D0-C8D593CB598E}"/>
          </ac:grpSpMkLst>
        </pc:grpChg>
        <pc:grpChg chg="add mod topLvl">
          <ac:chgData name="David BH" userId="2e3cfd3ca921f314" providerId="LiveId" clId="{15D362C4-ACB9-4D34-B8DF-7BD87B071497}" dt="2024-09-25T00:31:26.296" v="14202" actId="164"/>
          <ac:grpSpMkLst>
            <pc:docMk/>
            <pc:sldMk cId="3427904300" sldId="257"/>
            <ac:grpSpMk id="11" creationId="{A299F45B-EAE8-1869-E2E1-19D4C62BF27D}"/>
          </ac:grpSpMkLst>
        </pc:grpChg>
        <pc:grpChg chg="mod topLvl">
          <ac:chgData name="David BH" userId="2e3cfd3ca921f314" providerId="LiveId" clId="{15D362C4-ACB9-4D34-B8DF-7BD87B071497}" dt="2024-09-25T00:31:26.296" v="14202" actId="164"/>
          <ac:grpSpMkLst>
            <pc:docMk/>
            <pc:sldMk cId="3427904300" sldId="257"/>
            <ac:grpSpMk id="18" creationId="{831836C6-F323-4287-9087-E0F057D3DE26}"/>
          </ac:grpSpMkLst>
        </pc:grpChg>
        <pc:grpChg chg="mod topLvl">
          <ac:chgData name="David BH" userId="2e3cfd3ca921f314" providerId="LiveId" clId="{15D362C4-ACB9-4D34-B8DF-7BD87B071497}" dt="2024-09-25T00:31:26.296" v="14202" actId="164"/>
          <ac:grpSpMkLst>
            <pc:docMk/>
            <pc:sldMk cId="3427904300" sldId="257"/>
            <ac:grpSpMk id="24" creationId="{57C87A94-A79B-4134-80A6-FFF8012F2484}"/>
          </ac:grpSpMkLst>
        </pc:grpChg>
        <pc:grpChg chg="add mod topLvl">
          <ac:chgData name="David BH" userId="2e3cfd3ca921f314" providerId="LiveId" clId="{15D362C4-ACB9-4D34-B8DF-7BD87B071497}" dt="2024-09-25T00:31:26.296" v="14202" actId="164"/>
          <ac:grpSpMkLst>
            <pc:docMk/>
            <pc:sldMk cId="3427904300" sldId="257"/>
            <ac:grpSpMk id="29" creationId="{4B870FF4-C0AB-B1F1-A486-BE84FADEECC5}"/>
          </ac:grpSpMkLst>
        </pc:grpChg>
        <pc:grpChg chg="mod topLvl">
          <ac:chgData name="David BH" userId="2e3cfd3ca921f314" providerId="LiveId" clId="{15D362C4-ACB9-4D34-B8DF-7BD87B071497}" dt="2024-09-25T00:31:26.296" v="14202" actId="164"/>
          <ac:grpSpMkLst>
            <pc:docMk/>
            <pc:sldMk cId="3427904300" sldId="257"/>
            <ac:grpSpMk id="30" creationId="{86F03843-249D-4613-A818-1A9BC7E0376F}"/>
          </ac:grpSpMkLst>
        </pc:grpChg>
        <pc:grpChg chg="mod topLvl">
          <ac:chgData name="David BH" userId="2e3cfd3ca921f314" providerId="LiveId" clId="{15D362C4-ACB9-4D34-B8DF-7BD87B071497}" dt="2024-09-25T00:31:26.296" v="14202" actId="164"/>
          <ac:grpSpMkLst>
            <pc:docMk/>
            <pc:sldMk cId="3427904300" sldId="257"/>
            <ac:grpSpMk id="36" creationId="{BC09A931-854B-4B37-8A67-C4A960EAA344}"/>
          </ac:grpSpMkLst>
        </pc:grpChg>
        <pc:grpChg chg="add del mod">
          <ac:chgData name="David BH" userId="2e3cfd3ca921f314" providerId="LiveId" clId="{15D362C4-ACB9-4D34-B8DF-7BD87B071497}" dt="2024-09-25T00:27:27.337" v="14185" actId="165"/>
          <ac:grpSpMkLst>
            <pc:docMk/>
            <pc:sldMk cId="3427904300" sldId="257"/>
            <ac:grpSpMk id="46" creationId="{ED6CD3FB-E525-3823-BEBA-CE22DBDCC4EC}"/>
          </ac:grpSpMkLst>
        </pc:grpChg>
        <pc:grpChg chg="add mod">
          <ac:chgData name="David BH" userId="2e3cfd3ca921f314" providerId="LiveId" clId="{15D362C4-ACB9-4D34-B8DF-7BD87B071497}" dt="2024-09-25T00:31:26.296" v="14202" actId="164"/>
          <ac:grpSpMkLst>
            <pc:docMk/>
            <pc:sldMk cId="3427904300" sldId="257"/>
            <ac:grpSpMk id="47" creationId="{38679C5A-6979-4043-A28D-718DC4BA6E80}"/>
          </ac:grpSpMkLst>
        </pc:grpChg>
        <pc:grpChg chg="add del mod topLvl">
          <ac:chgData name="David BH" userId="2e3cfd3ca921f314" providerId="LiveId" clId="{15D362C4-ACB9-4D34-B8DF-7BD87B071497}" dt="2024-09-23T23:38:21.878" v="9539" actId="478"/>
          <ac:grpSpMkLst>
            <pc:docMk/>
            <pc:sldMk cId="3427904300" sldId="257"/>
            <ac:grpSpMk id="96" creationId="{F41C9A52-9B58-416E-81BA-0379994CF5B7}"/>
          </ac:grpSpMkLst>
        </pc:grpChg>
        <pc:grpChg chg="add del mod topLvl">
          <ac:chgData name="David BH" userId="2e3cfd3ca921f314" providerId="LiveId" clId="{15D362C4-ACB9-4D34-B8DF-7BD87B071497}" dt="2024-09-23T23:38:21.878" v="9539" actId="478"/>
          <ac:grpSpMkLst>
            <pc:docMk/>
            <pc:sldMk cId="3427904300" sldId="257"/>
            <ac:grpSpMk id="105" creationId="{EE20E74C-F138-4B1C-96C5-27185C81574E}"/>
          </ac:grpSpMkLst>
        </pc:grpChg>
        <pc:grpChg chg="add del mod topLvl">
          <ac:chgData name="David BH" userId="2e3cfd3ca921f314" providerId="LiveId" clId="{15D362C4-ACB9-4D34-B8DF-7BD87B071497}" dt="2024-09-23T23:38:21.878" v="9539" actId="478"/>
          <ac:grpSpMkLst>
            <pc:docMk/>
            <pc:sldMk cId="3427904300" sldId="257"/>
            <ac:grpSpMk id="106" creationId="{A4A35B14-3715-48C8-9730-1D1868229087}"/>
          </ac:grpSpMkLst>
        </pc:grpChg>
        <pc:graphicFrameChg chg="add del mod">
          <ac:chgData name="David BH" userId="2e3cfd3ca921f314" providerId="LiveId" clId="{15D362C4-ACB9-4D34-B8DF-7BD87B071497}" dt="2024-09-24T21:01:50.204" v="11391" actId="478"/>
          <ac:graphicFrameMkLst>
            <pc:docMk/>
            <pc:sldMk cId="3427904300" sldId="257"/>
            <ac:graphicFrameMk id="45" creationId="{F9C259C1-8E74-F551-C79A-8BCD024A09E7}"/>
          </ac:graphicFrameMkLst>
        </pc:graphicFrameChg>
      </pc:sldChg>
      <pc:sldChg chg="addSp delSp modSp mod ord">
        <pc:chgData name="David BH" userId="2e3cfd3ca921f314" providerId="LiveId" clId="{15D362C4-ACB9-4D34-B8DF-7BD87B071497}" dt="2024-09-23T22:29:38.520" v="8523" actId="14100"/>
        <pc:sldMkLst>
          <pc:docMk/>
          <pc:sldMk cId="877929975" sldId="258"/>
        </pc:sldMkLst>
        <pc:spChg chg="mod">
          <ac:chgData name="David BH" userId="2e3cfd3ca921f314" providerId="LiveId" clId="{15D362C4-ACB9-4D34-B8DF-7BD87B071497}" dt="2024-09-22T23:13:11.748" v="4520" actId="208"/>
          <ac:spMkLst>
            <pc:docMk/>
            <pc:sldMk cId="877929975" sldId="258"/>
            <ac:spMk id="2" creationId="{A3D0B643-7A91-4DF8-A7B1-B57A95B3E49A}"/>
          </ac:spMkLst>
        </pc:spChg>
        <pc:spChg chg="add mod">
          <ac:chgData name="David BH" userId="2e3cfd3ca921f314" providerId="LiveId" clId="{15D362C4-ACB9-4D34-B8DF-7BD87B071497}" dt="2024-09-23T22:22:19.198" v="8368" actId="14100"/>
          <ac:spMkLst>
            <pc:docMk/>
            <pc:sldMk cId="877929975" sldId="258"/>
            <ac:spMk id="7" creationId="{4A37809C-59E9-558E-1D3C-F634BDEA2BC7}"/>
          </ac:spMkLst>
        </pc:spChg>
        <pc:spChg chg="add mod">
          <ac:chgData name="David BH" userId="2e3cfd3ca921f314" providerId="LiveId" clId="{15D362C4-ACB9-4D34-B8DF-7BD87B071497}" dt="2024-09-22T20:30:09.472" v="1802"/>
          <ac:spMkLst>
            <pc:docMk/>
            <pc:sldMk cId="877929975" sldId="258"/>
            <ac:spMk id="10" creationId="{FA43293D-B654-36BF-7F31-A172FC82EAA0}"/>
          </ac:spMkLst>
        </pc:spChg>
        <pc:spChg chg="add mod">
          <ac:chgData name="David BH" userId="2e3cfd3ca921f314" providerId="LiveId" clId="{15D362C4-ACB9-4D34-B8DF-7BD87B071497}" dt="2024-09-23T22:22:29.639" v="8370" actId="1035"/>
          <ac:spMkLst>
            <pc:docMk/>
            <pc:sldMk cId="877929975" sldId="258"/>
            <ac:spMk id="11" creationId="{C98BE406-BEE0-A304-5776-56005F54F550}"/>
          </ac:spMkLst>
        </pc:spChg>
        <pc:spChg chg="mod">
          <ac:chgData name="David BH" userId="2e3cfd3ca921f314" providerId="LiveId" clId="{15D362C4-ACB9-4D34-B8DF-7BD87B071497}" dt="2024-09-22T20:40:53.361" v="2441"/>
          <ac:spMkLst>
            <pc:docMk/>
            <pc:sldMk cId="877929975" sldId="258"/>
            <ac:spMk id="13" creationId="{3DD10744-BB4C-9A57-6B89-6D461ABFFB5D}"/>
          </ac:spMkLst>
        </pc:spChg>
        <pc:spChg chg="mod">
          <ac:chgData name="David BH" userId="2e3cfd3ca921f314" providerId="LiveId" clId="{15D362C4-ACB9-4D34-B8DF-7BD87B071497}" dt="2024-09-22T20:40:53.361" v="2441"/>
          <ac:spMkLst>
            <pc:docMk/>
            <pc:sldMk cId="877929975" sldId="258"/>
            <ac:spMk id="14" creationId="{B28C9652-5087-C2B5-4499-A061F8E5C528}"/>
          </ac:spMkLst>
        </pc:spChg>
        <pc:spChg chg="mod">
          <ac:chgData name="David BH" userId="2e3cfd3ca921f314" providerId="LiveId" clId="{15D362C4-ACB9-4D34-B8DF-7BD87B071497}" dt="2024-09-22T20:40:53.361" v="2441"/>
          <ac:spMkLst>
            <pc:docMk/>
            <pc:sldMk cId="877929975" sldId="258"/>
            <ac:spMk id="15" creationId="{8593EDA4-3EE1-8607-30E7-13CC99428CF2}"/>
          </ac:spMkLst>
        </pc:spChg>
        <pc:spChg chg="mod">
          <ac:chgData name="David BH" userId="2e3cfd3ca921f314" providerId="LiveId" clId="{15D362C4-ACB9-4D34-B8DF-7BD87B071497}" dt="2024-09-22T20:41:14.847" v="2446" actId="207"/>
          <ac:spMkLst>
            <pc:docMk/>
            <pc:sldMk cId="877929975" sldId="258"/>
            <ac:spMk id="17" creationId="{EBB9779E-72C5-168F-4703-2BCC09ED6DBA}"/>
          </ac:spMkLst>
        </pc:spChg>
        <pc:spChg chg="mod">
          <ac:chgData name="David BH" userId="2e3cfd3ca921f314" providerId="LiveId" clId="{15D362C4-ACB9-4D34-B8DF-7BD87B071497}" dt="2024-09-22T20:41:14.847" v="2446" actId="207"/>
          <ac:spMkLst>
            <pc:docMk/>
            <pc:sldMk cId="877929975" sldId="258"/>
            <ac:spMk id="18" creationId="{8F4B0DE5-06B7-1F28-270F-4B723D331E49}"/>
          </ac:spMkLst>
        </pc:spChg>
        <pc:spChg chg="mod">
          <ac:chgData name="David BH" userId="2e3cfd3ca921f314" providerId="LiveId" clId="{15D362C4-ACB9-4D34-B8DF-7BD87B071497}" dt="2024-09-22T20:41:14.847" v="2446" actId="207"/>
          <ac:spMkLst>
            <pc:docMk/>
            <pc:sldMk cId="877929975" sldId="258"/>
            <ac:spMk id="19" creationId="{B6688FFC-863C-91F2-B0E3-B40EF72E4E08}"/>
          </ac:spMkLst>
        </pc:spChg>
        <pc:spChg chg="add mod">
          <ac:chgData name="David BH" userId="2e3cfd3ca921f314" providerId="LiveId" clId="{15D362C4-ACB9-4D34-B8DF-7BD87B071497}" dt="2024-09-23T22:23:14.015" v="8405" actId="14100"/>
          <ac:spMkLst>
            <pc:docMk/>
            <pc:sldMk cId="877929975" sldId="258"/>
            <ac:spMk id="20" creationId="{3B3AE1C1-8135-BB10-E7B6-4D455AE53E74}"/>
          </ac:spMkLst>
        </pc:spChg>
        <pc:spChg chg="add del mod">
          <ac:chgData name="David BH" userId="2e3cfd3ca921f314" providerId="LiveId" clId="{15D362C4-ACB9-4D34-B8DF-7BD87B071497}" dt="2024-09-22T20:44:30.189" v="2482" actId="478"/>
          <ac:spMkLst>
            <pc:docMk/>
            <pc:sldMk cId="877929975" sldId="258"/>
            <ac:spMk id="21" creationId="{DD2DB9C5-BF51-4EC7-9BB4-A353966906BB}"/>
          </ac:spMkLst>
        </pc:spChg>
        <pc:spChg chg="add del mod">
          <ac:chgData name="David BH" userId="2e3cfd3ca921f314" providerId="LiveId" clId="{15D362C4-ACB9-4D34-B8DF-7BD87B071497}" dt="2024-09-22T20:47:02.633" v="2519" actId="478"/>
          <ac:spMkLst>
            <pc:docMk/>
            <pc:sldMk cId="877929975" sldId="258"/>
            <ac:spMk id="22" creationId="{08BF8CDB-2E1A-1019-4AA6-E46B3F31C64C}"/>
          </ac:spMkLst>
        </pc:spChg>
        <pc:spChg chg="add mod">
          <ac:chgData name="David BH" userId="2e3cfd3ca921f314" providerId="LiveId" clId="{15D362C4-ACB9-4D34-B8DF-7BD87B071497}" dt="2024-09-22T20:48:55.224" v="2521"/>
          <ac:spMkLst>
            <pc:docMk/>
            <pc:sldMk cId="877929975" sldId="258"/>
            <ac:spMk id="24" creationId="{4698F385-2EF2-C927-7C91-771F68B5F759}"/>
          </ac:spMkLst>
        </pc:spChg>
        <pc:spChg chg="add del">
          <ac:chgData name="David BH" userId="2e3cfd3ca921f314" providerId="LiveId" clId="{15D362C4-ACB9-4D34-B8DF-7BD87B071497}" dt="2024-09-22T21:00:03.463" v="2643" actId="478"/>
          <ac:spMkLst>
            <pc:docMk/>
            <pc:sldMk cId="877929975" sldId="258"/>
            <ac:spMk id="25" creationId="{A35CE616-64EE-4786-BC53-A3398F142D45}"/>
          </ac:spMkLst>
        </pc:spChg>
        <pc:spChg chg="mod">
          <ac:chgData name="David BH" userId="2e3cfd3ca921f314" providerId="LiveId" clId="{15D362C4-ACB9-4D34-B8DF-7BD87B071497}" dt="2024-09-22T20:53:29.591" v="2587" actId="207"/>
          <ac:spMkLst>
            <pc:docMk/>
            <pc:sldMk cId="877929975" sldId="258"/>
            <ac:spMk id="27" creationId="{153B486A-1BE3-D6CF-0B30-A40B9A16FE14}"/>
          </ac:spMkLst>
        </pc:spChg>
        <pc:spChg chg="mod">
          <ac:chgData name="David BH" userId="2e3cfd3ca921f314" providerId="LiveId" clId="{15D362C4-ACB9-4D34-B8DF-7BD87B071497}" dt="2024-09-22T20:53:29.591" v="2587" actId="207"/>
          <ac:spMkLst>
            <pc:docMk/>
            <pc:sldMk cId="877929975" sldId="258"/>
            <ac:spMk id="28" creationId="{5506CF05-222C-913B-591E-0BC4991A4D07}"/>
          </ac:spMkLst>
        </pc:spChg>
        <pc:spChg chg="add mod">
          <ac:chgData name="David BH" userId="2e3cfd3ca921f314" providerId="LiveId" clId="{15D362C4-ACB9-4D34-B8DF-7BD87B071497}" dt="2024-09-22T20:59:49.573" v="2640"/>
          <ac:spMkLst>
            <pc:docMk/>
            <pc:sldMk cId="877929975" sldId="258"/>
            <ac:spMk id="30" creationId="{FFCEFD9F-AAF4-66C5-B098-365B3C755143}"/>
          </ac:spMkLst>
        </pc:spChg>
        <pc:spChg chg="add del mod">
          <ac:chgData name="David BH" userId="2e3cfd3ca921f314" providerId="LiveId" clId="{15D362C4-ACB9-4D34-B8DF-7BD87B071497}" dt="2024-09-22T22:35:04.717" v="4007" actId="478"/>
          <ac:spMkLst>
            <pc:docMk/>
            <pc:sldMk cId="877929975" sldId="258"/>
            <ac:spMk id="31" creationId="{CE583023-5FD6-C909-2C76-6844E2D28968}"/>
          </ac:spMkLst>
        </pc:spChg>
        <pc:spChg chg="add del mod">
          <ac:chgData name="David BH" userId="2e3cfd3ca921f314" providerId="LiveId" clId="{15D362C4-ACB9-4D34-B8DF-7BD87B071497}" dt="2024-09-22T22:35:02.975" v="4006" actId="478"/>
          <ac:spMkLst>
            <pc:docMk/>
            <pc:sldMk cId="877929975" sldId="258"/>
            <ac:spMk id="32" creationId="{F233C1FC-9637-4628-6A5D-F22DE626BCDB}"/>
          </ac:spMkLst>
        </pc:spChg>
        <pc:spChg chg="add del mod">
          <ac:chgData name="David BH" userId="2e3cfd3ca921f314" providerId="LiveId" clId="{15D362C4-ACB9-4D34-B8DF-7BD87B071497}" dt="2024-09-22T22:35:02.975" v="4006" actId="478"/>
          <ac:spMkLst>
            <pc:docMk/>
            <pc:sldMk cId="877929975" sldId="258"/>
            <ac:spMk id="33" creationId="{E675701A-E83C-4A6D-2330-A674586F7259}"/>
          </ac:spMkLst>
        </pc:spChg>
        <pc:spChg chg="add del mod">
          <ac:chgData name="David BH" userId="2e3cfd3ca921f314" providerId="LiveId" clId="{15D362C4-ACB9-4D34-B8DF-7BD87B071497}" dt="2024-09-22T22:35:02.975" v="4006" actId="478"/>
          <ac:spMkLst>
            <pc:docMk/>
            <pc:sldMk cId="877929975" sldId="258"/>
            <ac:spMk id="34" creationId="{29CF52F3-6B87-830E-56CF-0BAB8836A1C9}"/>
          </ac:spMkLst>
        </pc:spChg>
        <pc:spChg chg="add del mod">
          <ac:chgData name="David BH" userId="2e3cfd3ca921f314" providerId="LiveId" clId="{15D362C4-ACB9-4D34-B8DF-7BD87B071497}" dt="2024-09-22T22:35:02.975" v="4006" actId="478"/>
          <ac:spMkLst>
            <pc:docMk/>
            <pc:sldMk cId="877929975" sldId="258"/>
            <ac:spMk id="35" creationId="{E34B998E-36A1-D648-5A30-F9AF94118D71}"/>
          </ac:spMkLst>
        </pc:spChg>
        <pc:spChg chg="add del mod">
          <ac:chgData name="David BH" userId="2e3cfd3ca921f314" providerId="LiveId" clId="{15D362C4-ACB9-4D34-B8DF-7BD87B071497}" dt="2024-09-22T22:35:02.975" v="4006" actId="478"/>
          <ac:spMkLst>
            <pc:docMk/>
            <pc:sldMk cId="877929975" sldId="258"/>
            <ac:spMk id="36" creationId="{D8943BDF-5724-CB8A-B3A4-DEF9A44CD974}"/>
          </ac:spMkLst>
        </pc:spChg>
        <pc:spChg chg="add del mod">
          <ac:chgData name="David BH" userId="2e3cfd3ca921f314" providerId="LiveId" clId="{15D362C4-ACB9-4D34-B8DF-7BD87B071497}" dt="2024-09-22T22:35:02.975" v="4006" actId="478"/>
          <ac:spMkLst>
            <pc:docMk/>
            <pc:sldMk cId="877929975" sldId="258"/>
            <ac:spMk id="37" creationId="{A87F128C-D8DD-86DD-DDBB-5C0E92304FFF}"/>
          </ac:spMkLst>
        </pc:spChg>
        <pc:spChg chg="add del mod">
          <ac:chgData name="David BH" userId="2e3cfd3ca921f314" providerId="LiveId" clId="{15D362C4-ACB9-4D34-B8DF-7BD87B071497}" dt="2024-09-22T22:35:02.975" v="4006" actId="478"/>
          <ac:spMkLst>
            <pc:docMk/>
            <pc:sldMk cId="877929975" sldId="258"/>
            <ac:spMk id="38" creationId="{F9946083-EB8F-05E7-7E60-F6439BD56658}"/>
          </ac:spMkLst>
        </pc:spChg>
        <pc:spChg chg="add del mod">
          <ac:chgData name="David BH" userId="2e3cfd3ca921f314" providerId="LiveId" clId="{15D362C4-ACB9-4D34-B8DF-7BD87B071497}" dt="2024-09-22T21:23:49.818" v="2979" actId="478"/>
          <ac:spMkLst>
            <pc:docMk/>
            <pc:sldMk cId="877929975" sldId="258"/>
            <ac:spMk id="39" creationId="{CED221F2-2C96-9AD5-4A65-7318AF3416CE}"/>
          </ac:spMkLst>
        </pc:spChg>
        <pc:spChg chg="add del mod ord">
          <ac:chgData name="David BH" userId="2e3cfd3ca921f314" providerId="LiveId" clId="{15D362C4-ACB9-4D34-B8DF-7BD87B071497}" dt="2024-09-22T21:29:13.164" v="3037" actId="478"/>
          <ac:spMkLst>
            <pc:docMk/>
            <pc:sldMk cId="877929975" sldId="258"/>
            <ac:spMk id="40" creationId="{59752278-5DE7-D010-2374-01B79C0155BC}"/>
          </ac:spMkLst>
        </pc:spChg>
        <pc:spChg chg="add del mod">
          <ac:chgData name="David BH" userId="2e3cfd3ca921f314" providerId="LiveId" clId="{15D362C4-ACB9-4D34-B8DF-7BD87B071497}" dt="2024-09-22T21:29:18.386" v="3042" actId="478"/>
          <ac:spMkLst>
            <pc:docMk/>
            <pc:sldMk cId="877929975" sldId="258"/>
            <ac:spMk id="41" creationId="{47E6FBF4-B431-8FCD-BFB1-B0A0DE238C08}"/>
          </ac:spMkLst>
        </pc:spChg>
        <pc:spChg chg="add del mod">
          <ac:chgData name="David BH" userId="2e3cfd3ca921f314" providerId="LiveId" clId="{15D362C4-ACB9-4D34-B8DF-7BD87B071497}" dt="2024-09-22T21:29:19.752" v="3043" actId="478"/>
          <ac:spMkLst>
            <pc:docMk/>
            <pc:sldMk cId="877929975" sldId="258"/>
            <ac:spMk id="42" creationId="{C0239232-450F-4248-67E0-7F1D54E5FE2A}"/>
          </ac:spMkLst>
        </pc:spChg>
        <pc:spChg chg="add del mod">
          <ac:chgData name="David BH" userId="2e3cfd3ca921f314" providerId="LiveId" clId="{15D362C4-ACB9-4D34-B8DF-7BD87B071497}" dt="2024-09-22T21:29:20.740" v="3044" actId="478"/>
          <ac:spMkLst>
            <pc:docMk/>
            <pc:sldMk cId="877929975" sldId="258"/>
            <ac:spMk id="43" creationId="{D8F994F7-6810-B5E9-4742-0CA1FCBD7CD2}"/>
          </ac:spMkLst>
        </pc:spChg>
        <pc:spChg chg="add del mod">
          <ac:chgData name="David BH" userId="2e3cfd3ca921f314" providerId="LiveId" clId="{15D362C4-ACB9-4D34-B8DF-7BD87B071497}" dt="2024-09-22T21:22:12.075" v="2971" actId="478"/>
          <ac:spMkLst>
            <pc:docMk/>
            <pc:sldMk cId="877929975" sldId="258"/>
            <ac:spMk id="53" creationId="{58D74CDE-9215-466C-A65F-88C6021F08D5}"/>
          </ac:spMkLst>
        </pc:spChg>
        <pc:spChg chg="add del mod">
          <ac:chgData name="David BH" userId="2e3cfd3ca921f314" providerId="LiveId" clId="{15D362C4-ACB9-4D34-B8DF-7BD87B071497}" dt="2024-09-22T21:22:10.993" v="2970" actId="478"/>
          <ac:spMkLst>
            <pc:docMk/>
            <pc:sldMk cId="877929975" sldId="258"/>
            <ac:spMk id="54" creationId="{18217AA4-5B01-4C74-81C0-F0B9128B6845}"/>
          </ac:spMkLst>
        </pc:spChg>
        <pc:spChg chg="add del mod">
          <ac:chgData name="David BH" userId="2e3cfd3ca921f314" providerId="LiveId" clId="{15D362C4-ACB9-4D34-B8DF-7BD87B071497}" dt="2024-09-22T21:22:09.697" v="2969" actId="478"/>
          <ac:spMkLst>
            <pc:docMk/>
            <pc:sldMk cId="877929975" sldId="258"/>
            <ac:spMk id="55" creationId="{7B630BF0-C64E-4E93-A9CA-5E2A05DEE2A2}"/>
          </ac:spMkLst>
        </pc:spChg>
        <pc:spChg chg="mod ord">
          <ac:chgData name="David BH" userId="2e3cfd3ca921f314" providerId="LiveId" clId="{15D362C4-ACB9-4D34-B8DF-7BD87B071497}" dt="2024-09-23T18:48:27.574" v="4834" actId="552"/>
          <ac:spMkLst>
            <pc:docMk/>
            <pc:sldMk cId="877929975" sldId="258"/>
            <ac:spMk id="56" creationId="{C50DE9D8-FD82-4684-9ED8-826B4EC01B44}"/>
          </ac:spMkLst>
        </pc:spChg>
        <pc:spChg chg="mod ord">
          <ac:chgData name="David BH" userId="2e3cfd3ca921f314" providerId="LiveId" clId="{15D362C4-ACB9-4D34-B8DF-7BD87B071497}" dt="2024-09-23T18:49:34.789" v="4841" actId="1036"/>
          <ac:spMkLst>
            <pc:docMk/>
            <pc:sldMk cId="877929975" sldId="258"/>
            <ac:spMk id="57" creationId="{116FB6B7-1CB4-4813-99A3-137C82BE19D1}"/>
          </ac:spMkLst>
        </pc:spChg>
        <pc:spChg chg="mod ord">
          <ac:chgData name="David BH" userId="2e3cfd3ca921f314" providerId="LiveId" clId="{15D362C4-ACB9-4D34-B8DF-7BD87B071497}" dt="2024-09-23T18:49:32.348" v="4840" actId="1036"/>
          <ac:spMkLst>
            <pc:docMk/>
            <pc:sldMk cId="877929975" sldId="258"/>
            <ac:spMk id="58" creationId="{581D706E-E15A-45F0-9055-C455145F0A7C}"/>
          </ac:spMkLst>
        </pc:spChg>
        <pc:spChg chg="mod ord">
          <ac:chgData name="David BH" userId="2e3cfd3ca921f314" providerId="LiveId" clId="{15D362C4-ACB9-4D34-B8DF-7BD87B071497}" dt="2024-09-23T18:48:27.574" v="4834" actId="552"/>
          <ac:spMkLst>
            <pc:docMk/>
            <pc:sldMk cId="877929975" sldId="258"/>
            <ac:spMk id="59" creationId="{228B89D6-D457-43D1-99F9-B86C5647AEB2}"/>
          </ac:spMkLst>
        </pc:spChg>
        <pc:spChg chg="mod ord">
          <ac:chgData name="David BH" userId="2e3cfd3ca921f314" providerId="LiveId" clId="{15D362C4-ACB9-4D34-B8DF-7BD87B071497}" dt="2024-09-23T18:49:48.077" v="4845" actId="1035"/>
          <ac:spMkLst>
            <pc:docMk/>
            <pc:sldMk cId="877929975" sldId="258"/>
            <ac:spMk id="61" creationId="{0ABCF938-7F69-41DA-A492-F98171623883}"/>
          </ac:spMkLst>
        </pc:spChg>
        <pc:spChg chg="mod">
          <ac:chgData name="David BH" userId="2e3cfd3ca921f314" providerId="LiveId" clId="{15D362C4-ACB9-4D34-B8DF-7BD87B071497}" dt="2024-09-23T22:23:36.941" v="8423" actId="1036"/>
          <ac:spMkLst>
            <pc:docMk/>
            <pc:sldMk cId="877929975" sldId="258"/>
            <ac:spMk id="62" creationId="{1A4FE373-17BB-493F-A361-B12440813A1F}"/>
          </ac:spMkLst>
        </pc:spChg>
        <pc:spChg chg="mod ord">
          <ac:chgData name="David BH" userId="2e3cfd3ca921f314" providerId="LiveId" clId="{15D362C4-ACB9-4D34-B8DF-7BD87B071497}" dt="2024-09-23T18:48:31.697" v="4835" actId="1036"/>
          <ac:spMkLst>
            <pc:docMk/>
            <pc:sldMk cId="877929975" sldId="258"/>
            <ac:spMk id="63" creationId="{939B7CC5-439E-403C-9383-8988F3AAD7AF}"/>
          </ac:spMkLst>
        </pc:spChg>
        <pc:spChg chg="add del mod">
          <ac:chgData name="David BH" userId="2e3cfd3ca921f314" providerId="LiveId" clId="{15D362C4-ACB9-4D34-B8DF-7BD87B071497}" dt="2024-09-23T22:22:41.002" v="8379" actId="1038"/>
          <ac:spMkLst>
            <pc:docMk/>
            <pc:sldMk cId="877929975" sldId="258"/>
            <ac:spMk id="64" creationId="{05ECD4C0-D89D-49E9-AC09-4F34CDD54EDB}"/>
          </ac:spMkLst>
        </pc:spChg>
        <pc:spChg chg="mod ord">
          <ac:chgData name="David BH" userId="2e3cfd3ca921f314" providerId="LiveId" clId="{15D362C4-ACB9-4D34-B8DF-7BD87B071497}" dt="2024-09-23T18:49:42.250" v="4843" actId="1036"/>
          <ac:spMkLst>
            <pc:docMk/>
            <pc:sldMk cId="877929975" sldId="258"/>
            <ac:spMk id="65" creationId="{BBF4A77D-999A-446C-A470-A09EABC1CB5F}"/>
          </ac:spMkLst>
        </pc:spChg>
        <pc:spChg chg="del mod">
          <ac:chgData name="David BH" userId="2e3cfd3ca921f314" providerId="LiveId" clId="{15D362C4-ACB9-4D34-B8DF-7BD87B071497}" dt="2024-09-22T20:32:38.027" v="1958" actId="478"/>
          <ac:spMkLst>
            <pc:docMk/>
            <pc:sldMk cId="877929975" sldId="258"/>
            <ac:spMk id="66" creationId="{B9C20A2B-9E5F-4699-B7E0-C92C4B4C11C6}"/>
          </ac:spMkLst>
        </pc:spChg>
        <pc:spChg chg="mod ord">
          <ac:chgData name="David BH" userId="2e3cfd3ca921f314" providerId="LiveId" clId="{15D362C4-ACB9-4D34-B8DF-7BD87B071497}" dt="2024-09-22T22:14:00.225" v="3891" actId="1038"/>
          <ac:spMkLst>
            <pc:docMk/>
            <pc:sldMk cId="877929975" sldId="258"/>
            <ac:spMk id="67" creationId="{5CB8E5D9-5AB2-4AEE-973D-2AB9CE05AF2D}"/>
          </ac:spMkLst>
        </pc:spChg>
        <pc:spChg chg="mod">
          <ac:chgData name="David BH" userId="2e3cfd3ca921f314" providerId="LiveId" clId="{15D362C4-ACB9-4D34-B8DF-7BD87B071497}" dt="2024-09-23T22:22:29.639" v="8370" actId="1035"/>
          <ac:spMkLst>
            <pc:docMk/>
            <pc:sldMk cId="877929975" sldId="258"/>
            <ac:spMk id="68" creationId="{83DF543E-D479-4828-BA2F-2A24D956B7A2}"/>
          </ac:spMkLst>
        </pc:spChg>
        <pc:spChg chg="del mod">
          <ac:chgData name="David BH" userId="2e3cfd3ca921f314" providerId="LiveId" clId="{15D362C4-ACB9-4D34-B8DF-7BD87B071497}" dt="2024-09-22T20:41:19.401" v="2447" actId="478"/>
          <ac:spMkLst>
            <pc:docMk/>
            <pc:sldMk cId="877929975" sldId="258"/>
            <ac:spMk id="69" creationId="{DB30C37B-BB33-491D-A3BF-5C500776BA50}"/>
          </ac:spMkLst>
        </pc:spChg>
        <pc:spChg chg="del mod">
          <ac:chgData name="David BH" userId="2e3cfd3ca921f314" providerId="LiveId" clId="{15D362C4-ACB9-4D34-B8DF-7BD87B071497}" dt="2024-09-22T20:44:07.028" v="2476" actId="21"/>
          <ac:spMkLst>
            <pc:docMk/>
            <pc:sldMk cId="877929975" sldId="258"/>
            <ac:spMk id="70" creationId="{DD2DB9C5-BF51-4EC7-9BB4-A353966906BB}"/>
          </ac:spMkLst>
        </pc:spChg>
        <pc:spChg chg="mod">
          <ac:chgData name="David BH" userId="2e3cfd3ca921f314" providerId="LiveId" clId="{15D362C4-ACB9-4D34-B8DF-7BD87B071497}" dt="2024-09-22T20:00:54.299" v="1455" actId="1038"/>
          <ac:spMkLst>
            <pc:docMk/>
            <pc:sldMk cId="877929975" sldId="258"/>
            <ac:spMk id="72" creationId="{9A958697-9F7E-46A0-A31A-A67FAB2A30DA}"/>
          </ac:spMkLst>
        </pc:spChg>
        <pc:spChg chg="mod">
          <ac:chgData name="David BH" userId="2e3cfd3ca921f314" providerId="LiveId" clId="{15D362C4-ACB9-4D34-B8DF-7BD87B071497}" dt="2024-09-22T20:00:54.299" v="1455" actId="1038"/>
          <ac:spMkLst>
            <pc:docMk/>
            <pc:sldMk cId="877929975" sldId="258"/>
            <ac:spMk id="73" creationId="{83F5CED5-EC59-44A7-BB1E-6DAA3AFE7434}"/>
          </ac:spMkLst>
        </pc:spChg>
        <pc:spChg chg="mod">
          <ac:chgData name="David BH" userId="2e3cfd3ca921f314" providerId="LiveId" clId="{15D362C4-ACB9-4D34-B8DF-7BD87B071497}" dt="2024-09-22T20:00:54.299" v="1455" actId="1038"/>
          <ac:spMkLst>
            <pc:docMk/>
            <pc:sldMk cId="877929975" sldId="258"/>
            <ac:spMk id="74" creationId="{67D92154-D809-4A24-ADBA-A184552F2704}"/>
          </ac:spMkLst>
        </pc:spChg>
        <pc:spChg chg="mod">
          <ac:chgData name="David BH" userId="2e3cfd3ca921f314" providerId="LiveId" clId="{15D362C4-ACB9-4D34-B8DF-7BD87B071497}" dt="2024-09-22T20:00:54.299" v="1455" actId="1038"/>
          <ac:spMkLst>
            <pc:docMk/>
            <pc:sldMk cId="877929975" sldId="258"/>
            <ac:spMk id="75" creationId="{C331234E-9EA9-4C57-9933-731231499C4B}"/>
          </ac:spMkLst>
        </pc:spChg>
        <pc:spChg chg="mod">
          <ac:chgData name="David BH" userId="2e3cfd3ca921f314" providerId="LiveId" clId="{15D362C4-ACB9-4D34-B8DF-7BD87B071497}" dt="2024-09-22T20:00:54.299" v="1455" actId="1038"/>
          <ac:spMkLst>
            <pc:docMk/>
            <pc:sldMk cId="877929975" sldId="258"/>
            <ac:spMk id="76" creationId="{6ADA05A3-1293-46DC-8224-3676BC286D78}"/>
          </ac:spMkLst>
        </pc:spChg>
        <pc:spChg chg="mod">
          <ac:chgData name="David BH" userId="2e3cfd3ca921f314" providerId="LiveId" clId="{15D362C4-ACB9-4D34-B8DF-7BD87B071497}" dt="2024-09-22T20:00:54.299" v="1455" actId="1038"/>
          <ac:spMkLst>
            <pc:docMk/>
            <pc:sldMk cId="877929975" sldId="258"/>
            <ac:spMk id="77" creationId="{FA4D6B7E-6F35-4229-B442-5A400656714F}"/>
          </ac:spMkLst>
        </pc:spChg>
        <pc:spChg chg="mod">
          <ac:chgData name="David BH" userId="2e3cfd3ca921f314" providerId="LiveId" clId="{15D362C4-ACB9-4D34-B8DF-7BD87B071497}" dt="2024-09-22T20:00:54.299" v="1455" actId="1038"/>
          <ac:spMkLst>
            <pc:docMk/>
            <pc:sldMk cId="877929975" sldId="258"/>
            <ac:spMk id="78" creationId="{6D3DD28D-52F5-4B38-8390-DDA8AD25B366}"/>
          </ac:spMkLst>
        </pc:spChg>
        <pc:spChg chg="mod">
          <ac:chgData name="David BH" userId="2e3cfd3ca921f314" providerId="LiveId" clId="{15D362C4-ACB9-4D34-B8DF-7BD87B071497}" dt="2024-09-22T20:00:54.299" v="1455" actId="1038"/>
          <ac:spMkLst>
            <pc:docMk/>
            <pc:sldMk cId="877929975" sldId="258"/>
            <ac:spMk id="79" creationId="{2D77E4FC-731D-463A-A8FC-DC45F2A0E1AA}"/>
          </ac:spMkLst>
        </pc:spChg>
        <pc:spChg chg="mod">
          <ac:chgData name="David BH" userId="2e3cfd3ca921f314" providerId="LiveId" clId="{15D362C4-ACB9-4D34-B8DF-7BD87B071497}" dt="2024-09-22T20:00:54.299" v="1455" actId="1038"/>
          <ac:spMkLst>
            <pc:docMk/>
            <pc:sldMk cId="877929975" sldId="258"/>
            <ac:spMk id="81" creationId="{187AEF94-AB0E-44BE-B416-0EAC342276D3}"/>
          </ac:spMkLst>
        </pc:spChg>
        <pc:spChg chg="mod">
          <ac:chgData name="David BH" userId="2e3cfd3ca921f314" providerId="LiveId" clId="{15D362C4-ACB9-4D34-B8DF-7BD87B071497}" dt="2024-09-22T20:00:54.299" v="1455" actId="1038"/>
          <ac:spMkLst>
            <pc:docMk/>
            <pc:sldMk cId="877929975" sldId="258"/>
            <ac:spMk id="82" creationId="{19BF56AF-F100-47D7-B763-6CDB88A2F127}"/>
          </ac:spMkLst>
        </pc:spChg>
        <pc:spChg chg="mod">
          <ac:chgData name="David BH" userId="2e3cfd3ca921f314" providerId="LiveId" clId="{15D362C4-ACB9-4D34-B8DF-7BD87B071497}" dt="2024-09-22T20:00:54.299" v="1455" actId="1038"/>
          <ac:spMkLst>
            <pc:docMk/>
            <pc:sldMk cId="877929975" sldId="258"/>
            <ac:spMk id="83" creationId="{699A622B-60CB-4367-A225-15A778D102C4}"/>
          </ac:spMkLst>
        </pc:spChg>
        <pc:spChg chg="add del mod ord">
          <ac:chgData name="David BH" userId="2e3cfd3ca921f314" providerId="LiveId" clId="{15D362C4-ACB9-4D34-B8DF-7BD87B071497}" dt="2024-09-23T22:29:38.520" v="8523" actId="14100"/>
          <ac:spMkLst>
            <pc:docMk/>
            <pc:sldMk cId="877929975" sldId="258"/>
            <ac:spMk id="84" creationId="{5517C826-C471-4169-9892-EEBF4B4D8645}"/>
          </ac:spMkLst>
        </pc:spChg>
        <pc:spChg chg="add del">
          <ac:chgData name="David BH" userId="2e3cfd3ca921f314" providerId="LiveId" clId="{15D362C4-ACB9-4D34-B8DF-7BD87B071497}" dt="2024-09-22T21:42:01.583" v="3432" actId="11529"/>
          <ac:spMkLst>
            <pc:docMk/>
            <pc:sldMk cId="877929975" sldId="258"/>
            <ac:spMk id="135" creationId="{BCB0729E-D70C-444B-1F90-7DAC29C0985B}"/>
          </ac:spMkLst>
        </pc:spChg>
        <pc:spChg chg="add del">
          <ac:chgData name="David BH" userId="2e3cfd3ca921f314" providerId="LiveId" clId="{15D362C4-ACB9-4D34-B8DF-7BD87B071497}" dt="2024-09-22T21:43:13.787" v="3435" actId="11529"/>
          <ac:spMkLst>
            <pc:docMk/>
            <pc:sldMk cId="877929975" sldId="258"/>
            <ac:spMk id="136" creationId="{70861AA8-7167-C105-007F-FEE7C53F2B56}"/>
          </ac:spMkLst>
        </pc:spChg>
        <pc:spChg chg="add mod">
          <ac:chgData name="David BH" userId="2e3cfd3ca921f314" providerId="LiveId" clId="{15D362C4-ACB9-4D34-B8DF-7BD87B071497}" dt="2024-09-22T22:33:33.992" v="4002"/>
          <ac:spMkLst>
            <pc:docMk/>
            <pc:sldMk cId="877929975" sldId="258"/>
            <ac:spMk id="225" creationId="{B5DF05E5-4174-4EB0-2036-15BC29CC1BFD}"/>
          </ac:spMkLst>
        </pc:spChg>
        <pc:spChg chg="add del mod">
          <ac:chgData name="David BH" userId="2e3cfd3ca921f314" providerId="LiveId" clId="{15D362C4-ACB9-4D34-B8DF-7BD87B071497}" dt="2024-09-22T22:33:56.008" v="4004" actId="21"/>
          <ac:spMkLst>
            <pc:docMk/>
            <pc:sldMk cId="877929975" sldId="258"/>
            <ac:spMk id="226" creationId="{51764E0B-FBDD-788F-86D8-DDB8B53C2D7A}"/>
          </ac:spMkLst>
        </pc:spChg>
        <pc:spChg chg="add del mod">
          <ac:chgData name="David BH" userId="2e3cfd3ca921f314" providerId="LiveId" clId="{15D362C4-ACB9-4D34-B8DF-7BD87B071497}" dt="2024-09-22T22:33:56.008" v="4004" actId="21"/>
          <ac:spMkLst>
            <pc:docMk/>
            <pc:sldMk cId="877929975" sldId="258"/>
            <ac:spMk id="227" creationId="{0A12393F-E57F-1FB1-6C85-69EDDDF50942}"/>
          </ac:spMkLst>
        </pc:spChg>
        <pc:spChg chg="add del mod">
          <ac:chgData name="David BH" userId="2e3cfd3ca921f314" providerId="LiveId" clId="{15D362C4-ACB9-4D34-B8DF-7BD87B071497}" dt="2024-09-22T22:33:56.008" v="4004" actId="21"/>
          <ac:spMkLst>
            <pc:docMk/>
            <pc:sldMk cId="877929975" sldId="258"/>
            <ac:spMk id="228" creationId="{1D7796E3-8E46-D673-1198-231DA75A116C}"/>
          </ac:spMkLst>
        </pc:spChg>
        <pc:spChg chg="add del mod">
          <ac:chgData name="David BH" userId="2e3cfd3ca921f314" providerId="LiveId" clId="{15D362C4-ACB9-4D34-B8DF-7BD87B071497}" dt="2024-09-22T22:33:56.008" v="4004" actId="21"/>
          <ac:spMkLst>
            <pc:docMk/>
            <pc:sldMk cId="877929975" sldId="258"/>
            <ac:spMk id="229" creationId="{8CA6E912-576B-E5EB-03CF-AFCB599B25C1}"/>
          </ac:spMkLst>
        </pc:spChg>
        <pc:spChg chg="add del mod">
          <ac:chgData name="David BH" userId="2e3cfd3ca921f314" providerId="LiveId" clId="{15D362C4-ACB9-4D34-B8DF-7BD87B071497}" dt="2024-09-22T22:33:56.008" v="4004" actId="21"/>
          <ac:spMkLst>
            <pc:docMk/>
            <pc:sldMk cId="877929975" sldId="258"/>
            <ac:spMk id="230" creationId="{B270B78E-65C4-9BCD-5806-02C27EF9DFDE}"/>
          </ac:spMkLst>
        </pc:spChg>
        <pc:spChg chg="add del mod">
          <ac:chgData name="David BH" userId="2e3cfd3ca921f314" providerId="LiveId" clId="{15D362C4-ACB9-4D34-B8DF-7BD87B071497}" dt="2024-09-22T22:33:56.008" v="4004" actId="21"/>
          <ac:spMkLst>
            <pc:docMk/>
            <pc:sldMk cId="877929975" sldId="258"/>
            <ac:spMk id="231" creationId="{87F7D13A-10AB-6AE7-77E6-E06E4C981793}"/>
          </ac:spMkLst>
        </pc:spChg>
        <pc:spChg chg="add del mod">
          <ac:chgData name="David BH" userId="2e3cfd3ca921f314" providerId="LiveId" clId="{15D362C4-ACB9-4D34-B8DF-7BD87B071497}" dt="2024-09-22T22:33:56.008" v="4004" actId="21"/>
          <ac:spMkLst>
            <pc:docMk/>
            <pc:sldMk cId="877929975" sldId="258"/>
            <ac:spMk id="232" creationId="{0E408344-B360-B951-D224-6524BFB05027}"/>
          </ac:spMkLst>
        </pc:spChg>
        <pc:spChg chg="add del mod">
          <ac:chgData name="David BH" userId="2e3cfd3ca921f314" providerId="LiveId" clId="{15D362C4-ACB9-4D34-B8DF-7BD87B071497}" dt="2024-09-22T22:40:20.555" v="4047" actId="478"/>
          <ac:spMkLst>
            <pc:docMk/>
            <pc:sldMk cId="877929975" sldId="258"/>
            <ac:spMk id="233" creationId="{FC45A5E2-C61E-CABA-ADA2-5D81A7DCB214}"/>
          </ac:spMkLst>
        </pc:spChg>
        <pc:spChg chg="add del mod">
          <ac:chgData name="David BH" userId="2e3cfd3ca921f314" providerId="LiveId" clId="{15D362C4-ACB9-4D34-B8DF-7BD87B071497}" dt="2024-09-22T22:40:23.511" v="4049" actId="478"/>
          <ac:spMkLst>
            <pc:docMk/>
            <pc:sldMk cId="877929975" sldId="258"/>
            <ac:spMk id="234" creationId="{CE15F833-CCEA-8563-F887-107A5BAFB388}"/>
          </ac:spMkLst>
        </pc:spChg>
        <pc:spChg chg="add del mod">
          <ac:chgData name="David BH" userId="2e3cfd3ca921f314" providerId="LiveId" clId="{15D362C4-ACB9-4D34-B8DF-7BD87B071497}" dt="2024-09-22T22:40:24.090" v="4050" actId="478"/>
          <ac:spMkLst>
            <pc:docMk/>
            <pc:sldMk cId="877929975" sldId="258"/>
            <ac:spMk id="235" creationId="{5CE65FA5-11B1-5F5A-D6F5-3E97567ABC27}"/>
          </ac:spMkLst>
        </pc:spChg>
        <pc:spChg chg="add del mod">
          <ac:chgData name="David BH" userId="2e3cfd3ca921f314" providerId="LiveId" clId="{15D362C4-ACB9-4D34-B8DF-7BD87B071497}" dt="2024-09-22T22:40:24.717" v="4051" actId="478"/>
          <ac:spMkLst>
            <pc:docMk/>
            <pc:sldMk cId="877929975" sldId="258"/>
            <ac:spMk id="237" creationId="{BB3FE7AD-FCB5-E140-E417-18EBF272DB4C}"/>
          </ac:spMkLst>
        </pc:spChg>
        <pc:spChg chg="add mod">
          <ac:chgData name="David BH" userId="2e3cfd3ca921f314" providerId="LiveId" clId="{15D362C4-ACB9-4D34-B8DF-7BD87B071497}" dt="2024-09-22T22:39:44.228" v="4041" actId="1076"/>
          <ac:spMkLst>
            <pc:docMk/>
            <pc:sldMk cId="877929975" sldId="258"/>
            <ac:spMk id="238" creationId="{2D205997-B2E2-FC41-CD86-76B6E397DBBC}"/>
          </ac:spMkLst>
        </pc:spChg>
        <pc:spChg chg="add del mod">
          <ac:chgData name="David BH" userId="2e3cfd3ca921f314" providerId="LiveId" clId="{15D362C4-ACB9-4D34-B8DF-7BD87B071497}" dt="2024-09-22T22:40:25.285" v="4052" actId="478"/>
          <ac:spMkLst>
            <pc:docMk/>
            <pc:sldMk cId="877929975" sldId="258"/>
            <ac:spMk id="239" creationId="{7535786E-E5EB-4F3A-D521-8C79FA608A05}"/>
          </ac:spMkLst>
        </pc:spChg>
        <pc:spChg chg="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46" creationId="{2A3382A3-7D2C-B417-611C-7D806EF4424B}"/>
          </ac:spMkLst>
        </pc:spChg>
        <pc:spChg chg="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47" creationId="{B9EE01F9-FFA7-8221-4091-22F7A9F62546}"/>
          </ac:spMkLst>
        </pc:spChg>
        <pc:spChg chg="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48" creationId="{14CEEB73-98D6-EF2E-0164-798BEBF209DC}"/>
          </ac:spMkLst>
        </pc:spChg>
        <pc:spChg chg="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49" creationId="{CAA1C864-6979-B907-4FD8-5D496D47F334}"/>
          </ac:spMkLst>
        </pc:spChg>
        <pc:spChg chg="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50" creationId="{ACF42B8D-9D15-4831-5D64-020405F61900}"/>
          </ac:spMkLst>
        </pc:spChg>
        <pc:spChg chg="add 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51" creationId="{BF3FE547-D764-A1E6-EECF-0AB8109D28D7}"/>
          </ac:spMkLst>
        </pc:spChg>
        <pc:spChg chg="add 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52" creationId="{7DF1AA6B-D287-7F22-6E41-5EAD7B712254}"/>
          </ac:spMkLst>
        </pc:spChg>
        <pc:spChg chg="add 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53" creationId="{233E1819-BC0A-93CF-1936-3C7D620EA1F4}"/>
          </ac:spMkLst>
        </pc:spChg>
        <pc:spChg chg="add 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54" creationId="{2EACEE39-FA66-2075-1D94-46046F98DC5B}"/>
          </ac:spMkLst>
        </pc:spChg>
        <pc:spChg chg="add 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55" creationId="{234AFF7F-489C-BDBF-A4F5-C1F84C1E29F3}"/>
          </ac:spMkLst>
        </pc:spChg>
        <pc:spChg chg="add 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56" creationId="{B1C7802D-2190-BACC-7E3A-050602642880}"/>
          </ac:spMkLst>
        </pc:spChg>
        <pc:spChg chg="add 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57" creationId="{C51E9D7A-FA61-BECC-91EC-E41CE2A8C88C}"/>
          </ac:spMkLst>
        </pc:spChg>
        <pc:spChg chg="add mod">
          <ac:chgData name="David BH" userId="2e3cfd3ca921f314" providerId="LiveId" clId="{15D362C4-ACB9-4D34-B8DF-7BD87B071497}" dt="2024-09-22T22:51:58.952" v="4162"/>
          <ac:spMkLst>
            <pc:docMk/>
            <pc:sldMk cId="877929975" sldId="258"/>
            <ac:spMk id="258" creationId="{55D42090-4AA5-F517-B8FF-C5B44D164F48}"/>
          </ac:spMkLst>
        </pc:spChg>
        <pc:spChg chg="add mod ord">
          <ac:chgData name="David BH" userId="2e3cfd3ca921f314" providerId="LiveId" clId="{15D362C4-ACB9-4D34-B8DF-7BD87B071497}" dt="2024-09-23T18:44:40.420" v="4701" actId="1076"/>
          <ac:spMkLst>
            <pc:docMk/>
            <pc:sldMk cId="877929975" sldId="258"/>
            <ac:spMk id="259" creationId="{9517157E-9C53-9AC6-EEB6-D2E0A1945605}"/>
          </ac:spMkLst>
        </pc:spChg>
        <pc:spChg chg="add mod ord">
          <ac:chgData name="David BH" userId="2e3cfd3ca921f314" providerId="LiveId" clId="{15D362C4-ACB9-4D34-B8DF-7BD87B071497}" dt="2024-09-23T18:45:05.841" v="4732" actId="1036"/>
          <ac:spMkLst>
            <pc:docMk/>
            <pc:sldMk cId="877929975" sldId="258"/>
            <ac:spMk id="260" creationId="{C17C61C8-CDE1-9AF9-545E-52761550C6E0}"/>
          </ac:spMkLst>
        </pc:spChg>
        <pc:spChg chg="add mod ord">
          <ac:chgData name="David BH" userId="2e3cfd3ca921f314" providerId="LiveId" clId="{15D362C4-ACB9-4D34-B8DF-7BD87B071497}" dt="2024-09-23T18:47:07.310" v="4788" actId="1076"/>
          <ac:spMkLst>
            <pc:docMk/>
            <pc:sldMk cId="877929975" sldId="258"/>
            <ac:spMk id="261" creationId="{7CE2077E-26DE-62AF-DD0D-769FFB235DEC}"/>
          </ac:spMkLst>
        </pc:spChg>
        <pc:spChg chg="add mod ord">
          <ac:chgData name="David BH" userId="2e3cfd3ca921f314" providerId="LiveId" clId="{15D362C4-ACB9-4D34-B8DF-7BD87B071497}" dt="2024-09-23T18:47:15.079" v="4795" actId="1036"/>
          <ac:spMkLst>
            <pc:docMk/>
            <pc:sldMk cId="877929975" sldId="258"/>
            <ac:spMk id="262" creationId="{521182C1-C271-826F-2729-B254D70D2866}"/>
          </ac:spMkLst>
        </pc:spChg>
        <pc:spChg chg="add mod ord">
          <ac:chgData name="David BH" userId="2e3cfd3ca921f314" providerId="LiveId" clId="{15D362C4-ACB9-4D34-B8DF-7BD87B071497}" dt="2024-09-23T18:56:22.238" v="4902" actId="207"/>
          <ac:spMkLst>
            <pc:docMk/>
            <pc:sldMk cId="877929975" sldId="258"/>
            <ac:spMk id="263" creationId="{068CB112-EDBE-CB7F-6C52-5794730BBD2A}"/>
          </ac:spMkLst>
        </pc:spChg>
        <pc:spChg chg="add mod ord">
          <ac:chgData name="David BH" userId="2e3cfd3ca921f314" providerId="LiveId" clId="{15D362C4-ACB9-4D34-B8DF-7BD87B071497}" dt="2024-09-23T18:47:13.389" v="4793" actId="1036"/>
          <ac:spMkLst>
            <pc:docMk/>
            <pc:sldMk cId="877929975" sldId="258"/>
            <ac:spMk id="264" creationId="{EA8FBD67-2722-BC5A-BF6E-EA448DB30016}"/>
          </ac:spMkLst>
        </pc:spChg>
        <pc:spChg chg="add mod ord">
          <ac:chgData name="David BH" userId="2e3cfd3ca921f314" providerId="LiveId" clId="{15D362C4-ACB9-4D34-B8DF-7BD87B071497}" dt="2024-09-23T18:57:21.691" v="4906" actId="207"/>
          <ac:spMkLst>
            <pc:docMk/>
            <pc:sldMk cId="877929975" sldId="258"/>
            <ac:spMk id="265" creationId="{9F23A7B2-1C96-6395-6746-2E31D040160B}"/>
          </ac:spMkLst>
        </pc:spChg>
        <pc:spChg chg="add mod ord">
          <ac:chgData name="David BH" userId="2e3cfd3ca921f314" providerId="LiveId" clId="{15D362C4-ACB9-4D34-B8DF-7BD87B071497}" dt="2024-09-23T18:46:32.884" v="4757" actId="1076"/>
          <ac:spMkLst>
            <pc:docMk/>
            <pc:sldMk cId="877929975" sldId="258"/>
            <ac:spMk id="266" creationId="{2D58E828-CA57-E9D7-435E-014B40A6D36A}"/>
          </ac:spMkLst>
        </pc:spChg>
        <pc:spChg chg="add mod">
          <ac:chgData name="David BH" userId="2e3cfd3ca921f314" providerId="LiveId" clId="{15D362C4-ACB9-4D34-B8DF-7BD87B071497}" dt="2024-09-22T23:02:29.061" v="4287"/>
          <ac:spMkLst>
            <pc:docMk/>
            <pc:sldMk cId="877929975" sldId="258"/>
            <ac:spMk id="267" creationId="{D0061ADD-C6CE-96B3-ECFB-BAB08A37987F}"/>
          </ac:spMkLst>
        </pc:spChg>
        <pc:spChg chg="mod">
          <ac:chgData name="David BH" userId="2e3cfd3ca921f314" providerId="LiveId" clId="{15D362C4-ACB9-4D34-B8DF-7BD87B071497}" dt="2024-09-22T23:02:29.061" v="4287"/>
          <ac:spMkLst>
            <pc:docMk/>
            <pc:sldMk cId="877929975" sldId="258"/>
            <ac:spMk id="269" creationId="{77642610-7E8C-C999-4ABC-2E9041D84139}"/>
          </ac:spMkLst>
        </pc:spChg>
        <pc:spChg chg="mod">
          <ac:chgData name="David BH" userId="2e3cfd3ca921f314" providerId="LiveId" clId="{15D362C4-ACB9-4D34-B8DF-7BD87B071497}" dt="2024-09-22T23:02:29.061" v="4287"/>
          <ac:spMkLst>
            <pc:docMk/>
            <pc:sldMk cId="877929975" sldId="258"/>
            <ac:spMk id="270" creationId="{DE03C9AB-6BF0-A426-561E-6F6AB1F7DA8C}"/>
          </ac:spMkLst>
        </pc:spChg>
        <pc:spChg chg="mod">
          <ac:chgData name="David BH" userId="2e3cfd3ca921f314" providerId="LiveId" clId="{15D362C4-ACB9-4D34-B8DF-7BD87B071497}" dt="2024-09-22T23:02:29.061" v="4287"/>
          <ac:spMkLst>
            <pc:docMk/>
            <pc:sldMk cId="877929975" sldId="258"/>
            <ac:spMk id="271" creationId="{E2260FE5-246E-4D40-F1DE-3AA39E61FDA0}"/>
          </ac:spMkLst>
        </pc:spChg>
        <pc:spChg chg="mod">
          <ac:chgData name="David BH" userId="2e3cfd3ca921f314" providerId="LiveId" clId="{15D362C4-ACB9-4D34-B8DF-7BD87B071497}" dt="2024-09-22T23:02:29.061" v="4287"/>
          <ac:spMkLst>
            <pc:docMk/>
            <pc:sldMk cId="877929975" sldId="258"/>
            <ac:spMk id="272" creationId="{9653F881-E97E-E181-AC17-67C75DD26936}"/>
          </ac:spMkLst>
        </pc:spChg>
        <pc:spChg chg="mod">
          <ac:chgData name="David BH" userId="2e3cfd3ca921f314" providerId="LiveId" clId="{15D362C4-ACB9-4D34-B8DF-7BD87B071497}" dt="2024-09-22T23:02:29.061" v="4287"/>
          <ac:spMkLst>
            <pc:docMk/>
            <pc:sldMk cId="877929975" sldId="258"/>
            <ac:spMk id="273" creationId="{67FB9AC9-912E-8063-966F-E75683E2D2B9}"/>
          </ac:spMkLst>
        </pc:spChg>
        <pc:spChg chg="mod">
          <ac:chgData name="David BH" userId="2e3cfd3ca921f314" providerId="LiveId" clId="{15D362C4-ACB9-4D34-B8DF-7BD87B071497}" dt="2024-09-22T23:02:29.061" v="4287"/>
          <ac:spMkLst>
            <pc:docMk/>
            <pc:sldMk cId="877929975" sldId="258"/>
            <ac:spMk id="274" creationId="{AB973773-92E5-452A-1CD5-32DF04E615E2}"/>
          </ac:spMkLst>
        </pc:spChg>
        <pc:spChg chg="mod">
          <ac:chgData name="David BH" userId="2e3cfd3ca921f314" providerId="LiveId" clId="{15D362C4-ACB9-4D34-B8DF-7BD87B071497}" dt="2024-09-22T23:02:29.061" v="4287"/>
          <ac:spMkLst>
            <pc:docMk/>
            <pc:sldMk cId="877929975" sldId="258"/>
            <ac:spMk id="275" creationId="{C1D2CC4D-7034-7E4E-5CDC-A4FA8BE7743C}"/>
          </ac:spMkLst>
        </pc:spChg>
        <pc:spChg chg="add del mod ord">
          <ac:chgData name="David BH" userId="2e3cfd3ca921f314" providerId="LiveId" clId="{15D362C4-ACB9-4D34-B8DF-7BD87B071497}" dt="2024-09-23T18:37:36.742" v="4597" actId="478"/>
          <ac:spMkLst>
            <pc:docMk/>
            <pc:sldMk cId="877929975" sldId="258"/>
            <ac:spMk id="276" creationId="{D9CE4231-F98F-E1BC-AF91-2583C52D1E5B}"/>
          </ac:spMkLst>
        </pc:spChg>
        <pc:spChg chg="mod">
          <ac:chgData name="David BH" userId="2e3cfd3ca921f314" providerId="LiveId" clId="{15D362C4-ACB9-4D34-B8DF-7BD87B071497}" dt="2024-09-22T23:04:19.298" v="4304" actId="207"/>
          <ac:spMkLst>
            <pc:docMk/>
            <pc:sldMk cId="877929975" sldId="258"/>
            <ac:spMk id="278" creationId="{04FCD3F7-0BD9-DE8C-96D6-B3469A3E4477}"/>
          </ac:spMkLst>
        </pc:spChg>
        <pc:spChg chg="mod">
          <ac:chgData name="David BH" userId="2e3cfd3ca921f314" providerId="LiveId" clId="{15D362C4-ACB9-4D34-B8DF-7BD87B071497}" dt="2024-09-22T23:04:19.298" v="4304" actId="207"/>
          <ac:spMkLst>
            <pc:docMk/>
            <pc:sldMk cId="877929975" sldId="258"/>
            <ac:spMk id="279" creationId="{9E7F9BF3-7DB9-12C6-895E-EC69C6E4B66D}"/>
          </ac:spMkLst>
        </pc:spChg>
        <pc:spChg chg="mod">
          <ac:chgData name="David BH" userId="2e3cfd3ca921f314" providerId="LiveId" clId="{15D362C4-ACB9-4D34-B8DF-7BD87B071497}" dt="2024-09-22T23:04:19.298" v="4304" actId="207"/>
          <ac:spMkLst>
            <pc:docMk/>
            <pc:sldMk cId="877929975" sldId="258"/>
            <ac:spMk id="280" creationId="{0A4B9E69-7DD2-0EF4-0244-ACEA9C0962D2}"/>
          </ac:spMkLst>
        </pc:spChg>
        <pc:spChg chg="mod">
          <ac:chgData name="David BH" userId="2e3cfd3ca921f314" providerId="LiveId" clId="{15D362C4-ACB9-4D34-B8DF-7BD87B071497}" dt="2024-09-22T23:04:19.298" v="4304" actId="207"/>
          <ac:spMkLst>
            <pc:docMk/>
            <pc:sldMk cId="877929975" sldId="258"/>
            <ac:spMk id="281" creationId="{FEB753CE-8D8D-B76D-B154-B6E2039B7DE3}"/>
          </ac:spMkLst>
        </pc:spChg>
        <pc:spChg chg="mod">
          <ac:chgData name="David BH" userId="2e3cfd3ca921f314" providerId="LiveId" clId="{15D362C4-ACB9-4D34-B8DF-7BD87B071497}" dt="2024-09-22T23:04:19.298" v="4304" actId="207"/>
          <ac:spMkLst>
            <pc:docMk/>
            <pc:sldMk cId="877929975" sldId="258"/>
            <ac:spMk id="282" creationId="{31A6C808-E02C-BFA8-1C49-56EEF1617061}"/>
          </ac:spMkLst>
        </pc:spChg>
        <pc:spChg chg="mod">
          <ac:chgData name="David BH" userId="2e3cfd3ca921f314" providerId="LiveId" clId="{15D362C4-ACB9-4D34-B8DF-7BD87B071497}" dt="2024-09-22T23:04:19.298" v="4304" actId="207"/>
          <ac:spMkLst>
            <pc:docMk/>
            <pc:sldMk cId="877929975" sldId="258"/>
            <ac:spMk id="283" creationId="{D0052840-5F7B-A031-FB73-5293B4649AF9}"/>
          </ac:spMkLst>
        </pc:spChg>
        <pc:spChg chg="mod">
          <ac:chgData name="David BH" userId="2e3cfd3ca921f314" providerId="LiveId" clId="{15D362C4-ACB9-4D34-B8DF-7BD87B071497}" dt="2024-09-22T23:04:19.298" v="4304" actId="207"/>
          <ac:spMkLst>
            <pc:docMk/>
            <pc:sldMk cId="877929975" sldId="258"/>
            <ac:spMk id="284" creationId="{4663507C-535B-E34B-BF0E-9D39B7F6804C}"/>
          </ac:spMkLst>
        </pc:spChg>
        <pc:grpChg chg="add mod">
          <ac:chgData name="David BH" userId="2e3cfd3ca921f314" providerId="LiveId" clId="{15D362C4-ACB9-4D34-B8DF-7BD87B071497}" dt="2024-09-22T20:41:01.267" v="2443" actId="1076"/>
          <ac:grpSpMkLst>
            <pc:docMk/>
            <pc:sldMk cId="877929975" sldId="258"/>
            <ac:grpSpMk id="12" creationId="{C7737190-E368-7A0E-54F0-312EBAA78BA7}"/>
          </ac:grpSpMkLst>
        </pc:grpChg>
        <pc:grpChg chg="add mod">
          <ac:chgData name="David BH" userId="2e3cfd3ca921f314" providerId="LiveId" clId="{15D362C4-ACB9-4D34-B8DF-7BD87B071497}" dt="2024-09-23T22:24:09.735" v="8430" actId="1037"/>
          <ac:grpSpMkLst>
            <pc:docMk/>
            <pc:sldMk cId="877929975" sldId="258"/>
            <ac:grpSpMk id="16" creationId="{24B8C28C-90DD-6610-C5BD-7FBCDFAA9BD2}"/>
          </ac:grpSpMkLst>
        </pc:grpChg>
        <pc:grpChg chg="add mod">
          <ac:chgData name="David BH" userId="2e3cfd3ca921f314" providerId="LiveId" clId="{15D362C4-ACB9-4D34-B8DF-7BD87B071497}" dt="2024-09-23T22:22:53.775" v="8388" actId="14100"/>
          <ac:grpSpMkLst>
            <pc:docMk/>
            <pc:sldMk cId="877929975" sldId="258"/>
            <ac:grpSpMk id="26" creationId="{A5A291C7-0380-04F4-0F9F-C0D48A68FBE5}"/>
          </ac:grpSpMkLst>
        </pc:grpChg>
        <pc:grpChg chg="del">
          <ac:chgData name="David BH" userId="2e3cfd3ca921f314" providerId="LiveId" clId="{15D362C4-ACB9-4D34-B8DF-7BD87B071497}" dt="2024-09-22T20:57:40.864" v="2614" actId="478"/>
          <ac:grpSpMkLst>
            <pc:docMk/>
            <pc:sldMk cId="877929975" sldId="258"/>
            <ac:grpSpMk id="44" creationId="{227F1864-865B-4891-9C3E-7BF0471A84E3}"/>
          </ac:grpSpMkLst>
        </pc:grpChg>
        <pc:grpChg chg="del mod">
          <ac:chgData name="David BH" userId="2e3cfd3ca921f314" providerId="LiveId" clId="{15D362C4-ACB9-4D34-B8DF-7BD87B071497}" dt="2024-09-22T20:33:14.330" v="2176" actId="478"/>
          <ac:grpSpMkLst>
            <pc:docMk/>
            <pc:sldMk cId="877929975" sldId="258"/>
            <ac:grpSpMk id="71" creationId="{918F6A58-01C2-4B8A-97EE-31A198442337}"/>
          </ac:grpSpMkLst>
        </pc:grpChg>
        <pc:grpChg chg="del mod">
          <ac:chgData name="David BH" userId="2e3cfd3ca921f314" providerId="LiveId" clId="{15D362C4-ACB9-4D34-B8DF-7BD87B071497}" dt="2024-09-22T20:34:56.951" v="2243" actId="478"/>
          <ac:grpSpMkLst>
            <pc:docMk/>
            <pc:sldMk cId="877929975" sldId="258"/>
            <ac:grpSpMk id="80" creationId="{EB0D6CB8-AC72-4E61-ACE6-A612058C5428}"/>
          </ac:grpSpMkLst>
        </pc:grpChg>
        <pc:grpChg chg="add mod">
          <ac:chgData name="David BH" userId="2e3cfd3ca921f314" providerId="LiveId" clId="{15D362C4-ACB9-4D34-B8DF-7BD87B071497}" dt="2024-09-22T22:51:58.952" v="4162"/>
          <ac:grpSpMkLst>
            <pc:docMk/>
            <pc:sldMk cId="877929975" sldId="258"/>
            <ac:grpSpMk id="245" creationId="{76A9B01B-07A7-33D1-AE12-0B5B50488FF1}"/>
          </ac:grpSpMkLst>
        </pc:grpChg>
        <pc:grpChg chg="add mod">
          <ac:chgData name="David BH" userId="2e3cfd3ca921f314" providerId="LiveId" clId="{15D362C4-ACB9-4D34-B8DF-7BD87B071497}" dt="2024-09-22T23:02:29.061" v="4287"/>
          <ac:grpSpMkLst>
            <pc:docMk/>
            <pc:sldMk cId="877929975" sldId="258"/>
            <ac:grpSpMk id="268" creationId="{29D78508-08C3-6939-89C7-4236CD49841D}"/>
          </ac:grpSpMkLst>
        </pc:grpChg>
        <pc:grpChg chg="add del mod ord">
          <ac:chgData name="David BH" userId="2e3cfd3ca921f314" providerId="LiveId" clId="{15D362C4-ACB9-4D34-B8DF-7BD87B071497}" dt="2024-09-23T18:38:06.725" v="4621" actId="478"/>
          <ac:grpSpMkLst>
            <pc:docMk/>
            <pc:sldMk cId="877929975" sldId="258"/>
            <ac:grpSpMk id="277" creationId="{44F8BF48-8D1F-6165-A53D-897B3394F111}"/>
          </ac:grpSpMkLst>
        </pc:grpChg>
        <pc:graphicFrameChg chg="del mod">
          <ac:chgData name="David BH" userId="2e3cfd3ca921f314" providerId="LiveId" clId="{15D362C4-ACB9-4D34-B8DF-7BD87B071497}" dt="2024-09-22T21:00:03.463" v="2643" actId="478"/>
          <ac:graphicFrameMkLst>
            <pc:docMk/>
            <pc:sldMk cId="877929975" sldId="258"/>
            <ac:graphicFrameMk id="23" creationId="{906FB1C6-A882-4BAA-8733-7662E3996CB6}"/>
          </ac:graphicFrameMkLst>
        </pc:graphicFrameChg>
        <pc:graphicFrameChg chg="add mod">
          <ac:chgData name="David BH" userId="2e3cfd3ca921f314" providerId="LiveId" clId="{15D362C4-ACB9-4D34-B8DF-7BD87B071497}" dt="2024-09-22T20:59:49.573" v="2640"/>
          <ac:graphicFrameMkLst>
            <pc:docMk/>
            <pc:sldMk cId="877929975" sldId="258"/>
            <ac:graphicFrameMk id="29" creationId="{7B1EC1D9-B601-7350-0D81-096F5AE4579B}"/>
          </ac:graphicFrameMkLst>
        </pc:graphicFrameChg>
        <pc:graphicFrameChg chg="add del mod modGraphic">
          <ac:chgData name="David BH" userId="2e3cfd3ca921f314" providerId="LiveId" clId="{15D362C4-ACB9-4D34-B8DF-7BD87B071497}" dt="2024-09-22T22:23:25.116" v="3924" actId="478"/>
          <ac:graphicFrameMkLst>
            <pc:docMk/>
            <pc:sldMk cId="877929975" sldId="258"/>
            <ac:graphicFrameMk id="224" creationId="{7D6930E0-1D27-70EC-D67D-3B099C0BBE03}"/>
          </ac:graphicFrameMkLst>
        </pc:graphicFrameChg>
        <pc:graphicFrameChg chg="add del modGraphic">
          <ac:chgData name="David BH" userId="2e3cfd3ca921f314" providerId="LiveId" clId="{15D362C4-ACB9-4D34-B8DF-7BD87B071497}" dt="2024-09-22T22:41:02.364" v="4054" actId="1032"/>
          <ac:graphicFrameMkLst>
            <pc:docMk/>
            <pc:sldMk cId="877929975" sldId="258"/>
            <ac:graphicFrameMk id="240" creationId="{93CA87B0-E0C5-6367-F522-D78F74BF0AA1}"/>
          </ac:graphicFrameMkLst>
        </pc:graphicFrameChg>
        <pc:graphicFrameChg chg="add mod">
          <ac:chgData name="David BH" userId="2e3cfd3ca921f314" providerId="LiveId" clId="{15D362C4-ACB9-4D34-B8DF-7BD87B071497}" dt="2024-09-22T22:42:57.720" v="4113"/>
          <ac:graphicFrameMkLst>
            <pc:docMk/>
            <pc:sldMk cId="877929975" sldId="258"/>
            <ac:graphicFrameMk id="241" creationId="{7BAD8A31-B2BE-E0D2-6FC0-7181045DD4D7}"/>
          </ac:graphicFrameMkLst>
        </pc:graphicFrameChg>
        <pc:graphicFrameChg chg="add del mod">
          <ac:chgData name="David BH" userId="2e3cfd3ca921f314" providerId="LiveId" clId="{15D362C4-ACB9-4D34-B8DF-7BD87B071497}" dt="2024-09-22T22:44:59.049" v="4138" actId="478"/>
          <ac:graphicFrameMkLst>
            <pc:docMk/>
            <pc:sldMk cId="877929975" sldId="258"/>
            <ac:graphicFrameMk id="242" creationId="{F2D0C813-6471-3791-9F23-43EF4D181892}"/>
          </ac:graphicFrameMkLst>
        </pc:graphicFrameChg>
        <pc:graphicFrameChg chg="add mod">
          <ac:chgData name="David BH" userId="2e3cfd3ca921f314" providerId="LiveId" clId="{15D362C4-ACB9-4D34-B8DF-7BD87B071497}" dt="2024-09-22T22:44:59.858" v="4139"/>
          <ac:graphicFrameMkLst>
            <pc:docMk/>
            <pc:sldMk cId="877929975" sldId="258"/>
            <ac:graphicFrameMk id="243" creationId="{678784F7-BA74-7EB9-5301-4BE144D20E6B}"/>
          </ac:graphicFrameMkLst>
        </pc:graphicFrameChg>
        <pc:graphicFrameChg chg="add del mod modGraphic">
          <ac:chgData name="David BH" userId="2e3cfd3ca921f314" providerId="LiveId" clId="{15D362C4-ACB9-4D34-B8DF-7BD87B071497}" dt="2024-09-22T22:51:57.398" v="4161" actId="478"/>
          <ac:graphicFrameMkLst>
            <pc:docMk/>
            <pc:sldMk cId="877929975" sldId="258"/>
            <ac:graphicFrameMk id="244" creationId="{321C1C1C-ABDE-112A-0673-0F6E416F1B52}"/>
          </ac:graphicFrameMkLst>
        </pc:graphicFrameChg>
        <pc:picChg chg="add del mod ord">
          <ac:chgData name="David BH" userId="2e3cfd3ca921f314" providerId="LiveId" clId="{15D362C4-ACB9-4D34-B8DF-7BD87B071497}" dt="2024-09-22T20:22:07.833" v="1663" actId="478"/>
          <ac:picMkLst>
            <pc:docMk/>
            <pc:sldMk cId="877929975" sldId="258"/>
            <ac:picMk id="6" creationId="{4B7E69C1-F02E-0CA1-7178-8C12A9677695}"/>
          </ac:picMkLst>
        </pc:picChg>
        <pc:picChg chg="add del mod">
          <ac:chgData name="David BH" userId="2e3cfd3ca921f314" providerId="LiveId" clId="{15D362C4-ACB9-4D34-B8DF-7BD87B071497}" dt="2024-09-22T20:51:22.835" v="2551" actId="478"/>
          <ac:picMkLst>
            <pc:docMk/>
            <pc:sldMk cId="877929975" sldId="258"/>
            <ac:picMk id="9" creationId="{3DCC7510-3130-0D5E-63FA-33B86A3AB0F7}"/>
          </ac:picMkLst>
        </pc:picChg>
        <pc:cxnChg chg="add mod">
          <ac:chgData name="David BH" userId="2e3cfd3ca921f314" providerId="LiveId" clId="{15D362C4-ACB9-4D34-B8DF-7BD87B071497}" dt="2024-09-23T18:50:29.274" v="4846" actId="14100"/>
          <ac:cxnSpMkLst>
            <pc:docMk/>
            <pc:sldMk cId="877929975" sldId="258"/>
            <ac:cxnSpMk id="50" creationId="{E5F53C2D-B6B3-3392-63E5-F9C926BDDE3E}"/>
          </ac:cxnSpMkLst>
        </pc:cxnChg>
        <pc:cxnChg chg="add del mod">
          <ac:chgData name="David BH" userId="2e3cfd3ca921f314" providerId="LiveId" clId="{15D362C4-ACB9-4D34-B8DF-7BD87B071497}" dt="2024-09-22T21:36:49.087" v="3256" actId="478"/>
          <ac:cxnSpMkLst>
            <pc:docMk/>
            <pc:sldMk cId="877929975" sldId="258"/>
            <ac:cxnSpMk id="93" creationId="{4B58E180-9B4C-06D3-39DD-BC7FD8EB402B}"/>
          </ac:cxnSpMkLst>
        </pc:cxnChg>
        <pc:cxnChg chg="add del mod">
          <ac:chgData name="David BH" userId="2e3cfd3ca921f314" providerId="LiveId" clId="{15D362C4-ACB9-4D34-B8DF-7BD87B071497}" dt="2024-09-22T21:47:05.615" v="3512" actId="478"/>
          <ac:cxnSpMkLst>
            <pc:docMk/>
            <pc:sldMk cId="877929975" sldId="258"/>
            <ac:cxnSpMk id="103" creationId="{D0E239D8-35C6-015D-A207-85E06CD9E24E}"/>
          </ac:cxnSpMkLst>
        </pc:cxnChg>
        <pc:cxnChg chg="add del mod">
          <ac:chgData name="David BH" userId="2e3cfd3ca921f314" providerId="LiveId" clId="{15D362C4-ACB9-4D34-B8DF-7BD87B071497}" dt="2024-09-22T21:47:05.650" v="3513" actId="478"/>
          <ac:cxnSpMkLst>
            <pc:docMk/>
            <pc:sldMk cId="877929975" sldId="258"/>
            <ac:cxnSpMk id="106" creationId="{D412309F-58C9-B904-9E8E-DE7C8052DBB6}"/>
          </ac:cxnSpMkLst>
        </pc:cxnChg>
        <pc:cxnChg chg="add del mod">
          <ac:chgData name="David BH" userId="2e3cfd3ca921f314" providerId="LiveId" clId="{15D362C4-ACB9-4D34-B8DF-7BD87B071497}" dt="2024-09-22T21:47:05.680" v="3514" actId="478"/>
          <ac:cxnSpMkLst>
            <pc:docMk/>
            <pc:sldMk cId="877929975" sldId="258"/>
            <ac:cxnSpMk id="111" creationId="{102E5015-9DA2-59AF-EB7B-37C9DEA3CEA3}"/>
          </ac:cxnSpMkLst>
        </pc:cxnChg>
        <pc:cxnChg chg="add del mod">
          <ac:chgData name="David BH" userId="2e3cfd3ca921f314" providerId="LiveId" clId="{15D362C4-ACB9-4D34-B8DF-7BD87B071497}" dt="2024-09-23T18:49:20.879" v="4837" actId="478"/>
          <ac:cxnSpMkLst>
            <pc:docMk/>
            <pc:sldMk cId="877929975" sldId="258"/>
            <ac:cxnSpMk id="157" creationId="{9977FF5F-AA76-817F-08AE-3D694D304713}"/>
          </ac:cxnSpMkLst>
        </pc:cxnChg>
        <pc:cxnChg chg="add del mod">
          <ac:chgData name="David BH" userId="2e3cfd3ca921f314" providerId="LiveId" clId="{15D362C4-ACB9-4D34-B8DF-7BD87B071497}" dt="2024-09-23T18:49:22.217" v="4838" actId="478"/>
          <ac:cxnSpMkLst>
            <pc:docMk/>
            <pc:sldMk cId="877929975" sldId="258"/>
            <ac:cxnSpMk id="166" creationId="{C701ACFF-8EBB-FAC7-910C-4BEDB1722BD0}"/>
          </ac:cxnSpMkLst>
        </pc:cxnChg>
        <pc:cxnChg chg="add del mod">
          <ac:chgData name="David BH" userId="2e3cfd3ca921f314" providerId="LiveId" clId="{15D362C4-ACB9-4D34-B8DF-7BD87B071497}" dt="2024-09-23T18:49:23.087" v="4839" actId="478"/>
          <ac:cxnSpMkLst>
            <pc:docMk/>
            <pc:sldMk cId="877929975" sldId="258"/>
            <ac:cxnSpMk id="170" creationId="{C681818D-669A-8562-0B88-1EE5A580A7A6}"/>
          </ac:cxnSpMkLst>
        </pc:cxnChg>
        <pc:cxnChg chg="add del mod">
          <ac:chgData name="David BH" userId="2e3cfd3ca921f314" providerId="LiveId" clId="{15D362C4-ACB9-4D34-B8DF-7BD87B071497}" dt="2024-09-23T18:51:27.245" v="4890" actId="478"/>
          <ac:cxnSpMkLst>
            <pc:docMk/>
            <pc:sldMk cId="877929975" sldId="258"/>
            <ac:cxnSpMk id="298" creationId="{6D38A89F-9D71-9830-1E48-80221BDDBAAD}"/>
          </ac:cxnSpMkLst>
        </pc:cxnChg>
        <pc:cxnChg chg="add mod ord">
          <ac:chgData name="David BH" userId="2e3cfd3ca921f314" providerId="LiveId" clId="{15D362C4-ACB9-4D34-B8DF-7BD87B071497}" dt="2024-09-23T18:51:18.089" v="4889" actId="171"/>
          <ac:cxnSpMkLst>
            <pc:docMk/>
            <pc:sldMk cId="877929975" sldId="258"/>
            <ac:cxnSpMk id="299" creationId="{059E0853-B021-7995-7252-E1F8B75AF380}"/>
          </ac:cxnSpMkLst>
        </pc:cxnChg>
      </pc:sldChg>
      <pc:sldChg chg="addSp mod">
        <pc:chgData name="David BH" userId="2e3cfd3ca921f314" providerId="LiveId" clId="{15D362C4-ACB9-4D34-B8DF-7BD87B071497}" dt="2024-09-23T22:38:51.875" v="8571"/>
        <pc:sldMkLst>
          <pc:docMk/>
          <pc:sldMk cId="4092421255" sldId="259"/>
        </pc:sldMkLst>
        <pc:spChg chg="add">
          <ac:chgData name="David BH" userId="2e3cfd3ca921f314" providerId="LiveId" clId="{15D362C4-ACB9-4D34-B8DF-7BD87B071497}" dt="2024-09-23T22:38:51.875" v="8571"/>
          <ac:spMkLst>
            <pc:docMk/>
            <pc:sldMk cId="4092421255" sldId="259"/>
            <ac:spMk id="5" creationId="{9F68CB52-3542-BA2E-734C-F44A3DB870A2}"/>
          </ac:spMkLst>
        </pc:spChg>
      </pc:sldChg>
      <pc:sldChg chg="addSp modSp mod">
        <pc:chgData name="David BH" userId="2e3cfd3ca921f314" providerId="LiveId" clId="{15D362C4-ACB9-4D34-B8DF-7BD87B071497}" dt="2024-09-24T00:06:17.411" v="9570" actId="27918"/>
        <pc:sldMkLst>
          <pc:docMk/>
          <pc:sldMk cId="2044100319" sldId="261"/>
        </pc:sldMkLst>
        <pc:grpChg chg="mod">
          <ac:chgData name="David BH" userId="2e3cfd3ca921f314" providerId="LiveId" clId="{15D362C4-ACB9-4D34-B8DF-7BD87B071497}" dt="2024-09-23T23:08:04.367" v="9150" actId="1076"/>
          <ac:grpSpMkLst>
            <pc:docMk/>
            <pc:sldMk cId="2044100319" sldId="261"/>
            <ac:grpSpMk id="18" creationId="{E5A95B40-5207-47C4-80D3-12F9AAE78F33}"/>
          </ac:grpSpMkLst>
        </pc:grpChg>
        <pc:graphicFrameChg chg="add mod">
          <ac:chgData name="David BH" userId="2e3cfd3ca921f314" providerId="LiveId" clId="{15D362C4-ACB9-4D34-B8DF-7BD87B071497}" dt="2024-09-23T23:08:12.279" v="9151"/>
          <ac:graphicFrameMkLst>
            <pc:docMk/>
            <pc:sldMk cId="2044100319" sldId="261"/>
            <ac:graphicFrameMk id="2" creationId="{B8F56AAF-2896-04BA-80E4-E216428DC6F3}"/>
          </ac:graphicFrameMkLst>
        </pc:graphicFrameChg>
        <pc:graphicFrameChg chg="add mod">
          <ac:chgData name="David BH" userId="2e3cfd3ca921f314" providerId="LiveId" clId="{15D362C4-ACB9-4D34-B8DF-7BD87B071497}" dt="2024-09-23T23:08:16.631" v="9152"/>
          <ac:graphicFrameMkLst>
            <pc:docMk/>
            <pc:sldMk cId="2044100319" sldId="261"/>
            <ac:graphicFrameMk id="3" creationId="{9683D672-B185-5392-13C7-490808EA609C}"/>
          </ac:graphicFrameMkLst>
        </pc:graphicFrameChg>
      </pc:sldChg>
      <pc:sldChg chg="addSp delSp modSp mod">
        <pc:chgData name="David BH" userId="2e3cfd3ca921f314" providerId="LiveId" clId="{15D362C4-ACB9-4D34-B8DF-7BD87B071497}" dt="2024-09-24T23:41:22.631" v="13527" actId="1076"/>
        <pc:sldMkLst>
          <pc:docMk/>
          <pc:sldMk cId="686076518" sldId="265"/>
        </pc:sldMkLst>
        <pc:spChg chg="add mod">
          <ac:chgData name="David BH" userId="2e3cfd3ca921f314" providerId="LiveId" clId="{15D362C4-ACB9-4D34-B8DF-7BD87B071497}" dt="2024-09-22T20:47:08.492" v="2520"/>
          <ac:spMkLst>
            <pc:docMk/>
            <pc:sldMk cId="686076518" sldId="265"/>
            <ac:spMk id="2" creationId="{DD6B0970-C715-CB53-6CF1-F3034E761657}"/>
          </ac:spMkLst>
        </pc:spChg>
        <pc:spChg chg="mod">
          <ac:chgData name="David BH" userId="2e3cfd3ca921f314" providerId="LiveId" clId="{15D362C4-ACB9-4D34-B8DF-7BD87B071497}" dt="2024-09-22T20:57:36.700" v="2613"/>
          <ac:spMkLst>
            <pc:docMk/>
            <pc:sldMk cId="686076518" sldId="265"/>
            <ac:spMk id="4" creationId="{81AD8B28-2740-DEA6-A368-C49136F21827}"/>
          </ac:spMkLst>
        </pc:spChg>
        <pc:spChg chg="mod">
          <ac:chgData name="David BH" userId="2e3cfd3ca921f314" providerId="LiveId" clId="{15D362C4-ACB9-4D34-B8DF-7BD87B071497}" dt="2024-09-22T20:57:36.700" v="2613"/>
          <ac:spMkLst>
            <pc:docMk/>
            <pc:sldMk cId="686076518" sldId="265"/>
            <ac:spMk id="5" creationId="{ED1666EF-9608-A0F3-71CC-E598A1578A33}"/>
          </ac:spMkLst>
        </pc:spChg>
        <pc:spChg chg="mod">
          <ac:chgData name="David BH" userId="2e3cfd3ca921f314" providerId="LiveId" clId="{15D362C4-ACB9-4D34-B8DF-7BD87B071497}" dt="2024-09-22T20:57:36.700" v="2613"/>
          <ac:spMkLst>
            <pc:docMk/>
            <pc:sldMk cId="686076518" sldId="265"/>
            <ac:spMk id="6" creationId="{54E69B10-891A-3646-5AB6-BC19340FAFA0}"/>
          </ac:spMkLst>
        </pc:spChg>
        <pc:spChg chg="mod">
          <ac:chgData name="David BH" userId="2e3cfd3ca921f314" providerId="LiveId" clId="{15D362C4-ACB9-4D34-B8DF-7BD87B071497}" dt="2024-09-22T20:57:36.700" v="2613"/>
          <ac:spMkLst>
            <pc:docMk/>
            <pc:sldMk cId="686076518" sldId="265"/>
            <ac:spMk id="7" creationId="{CB9572D2-1DA7-CB76-2D4A-BB2D6447E2BF}"/>
          </ac:spMkLst>
        </pc:spChg>
        <pc:spChg chg="mod">
          <ac:chgData name="David BH" userId="2e3cfd3ca921f314" providerId="LiveId" clId="{15D362C4-ACB9-4D34-B8DF-7BD87B071497}" dt="2024-09-22T20:57:36.700" v="2613"/>
          <ac:spMkLst>
            <pc:docMk/>
            <pc:sldMk cId="686076518" sldId="265"/>
            <ac:spMk id="9" creationId="{1154F945-BA8E-4C61-60D1-ED8587DD1EDF}"/>
          </ac:spMkLst>
        </pc:spChg>
        <pc:spChg chg="add mod">
          <ac:chgData name="David BH" userId="2e3cfd3ca921f314" providerId="LiveId" clId="{15D362C4-ACB9-4D34-B8DF-7BD87B071497}" dt="2024-09-22T20:59:58.407" v="2642" actId="1076"/>
          <ac:spMkLst>
            <pc:docMk/>
            <pc:sldMk cId="686076518" sldId="265"/>
            <ac:spMk id="20" creationId="{52222AF2-871B-8D9A-2448-60DA1E64D379}"/>
          </ac:spMkLst>
        </pc:spChg>
        <pc:spChg chg="add mod">
          <ac:chgData name="David BH" userId="2e3cfd3ca921f314" providerId="LiveId" clId="{15D362C4-ACB9-4D34-B8DF-7BD87B071497}" dt="2024-09-22T22:50:47.521" v="4157" actId="207"/>
          <ac:spMkLst>
            <pc:docMk/>
            <pc:sldMk cId="686076518" sldId="265"/>
            <ac:spMk id="21" creationId="{68AA0BBB-3FFE-6F4A-7059-0B9E8F48111F}"/>
          </ac:spMkLst>
        </pc:spChg>
        <pc:spChg chg="add mod">
          <ac:chgData name="David BH" userId="2e3cfd3ca921f314" providerId="LiveId" clId="{15D362C4-ACB9-4D34-B8DF-7BD87B071497}" dt="2024-09-22T22:51:05.491" v="4158" actId="207"/>
          <ac:spMkLst>
            <pc:docMk/>
            <pc:sldMk cId="686076518" sldId="265"/>
            <ac:spMk id="22" creationId="{B06AB227-E7A1-9B8B-719B-DF09F12785EB}"/>
          </ac:spMkLst>
        </pc:spChg>
        <pc:spChg chg="add mod">
          <ac:chgData name="David BH" userId="2e3cfd3ca921f314" providerId="LiveId" clId="{15D362C4-ACB9-4D34-B8DF-7BD87B071497}" dt="2024-09-22T22:34:55.667" v="4005"/>
          <ac:spMkLst>
            <pc:docMk/>
            <pc:sldMk cId="686076518" sldId="265"/>
            <ac:spMk id="23" creationId="{592434E5-3589-A43E-E376-F0F9DB4B4834}"/>
          </ac:spMkLst>
        </pc:spChg>
        <pc:spChg chg="add mod">
          <ac:chgData name="David BH" userId="2e3cfd3ca921f314" providerId="LiveId" clId="{15D362C4-ACB9-4D34-B8DF-7BD87B071497}" dt="2024-09-22T22:34:55.667" v="4005"/>
          <ac:spMkLst>
            <pc:docMk/>
            <pc:sldMk cId="686076518" sldId="265"/>
            <ac:spMk id="24" creationId="{919D43AC-B164-6D57-0AEB-B4999F029028}"/>
          </ac:spMkLst>
        </pc:spChg>
        <pc:spChg chg="add mod">
          <ac:chgData name="David BH" userId="2e3cfd3ca921f314" providerId="LiveId" clId="{15D362C4-ACB9-4D34-B8DF-7BD87B071497}" dt="2024-09-22T22:51:37.220" v="4160" actId="207"/>
          <ac:spMkLst>
            <pc:docMk/>
            <pc:sldMk cId="686076518" sldId="265"/>
            <ac:spMk id="25" creationId="{D9B23BBE-C4EC-24ED-6853-551CCD2FB0E8}"/>
          </ac:spMkLst>
        </pc:spChg>
        <pc:spChg chg="add mod">
          <ac:chgData name="David BH" userId="2e3cfd3ca921f314" providerId="LiveId" clId="{15D362C4-ACB9-4D34-B8DF-7BD87B071497}" dt="2024-09-22T22:34:55.667" v="4005"/>
          <ac:spMkLst>
            <pc:docMk/>
            <pc:sldMk cId="686076518" sldId="265"/>
            <ac:spMk id="26" creationId="{09677949-FF94-1A14-3D81-2C74069C8865}"/>
          </ac:spMkLst>
        </pc:spChg>
        <pc:spChg chg="add mod">
          <ac:chgData name="David BH" userId="2e3cfd3ca921f314" providerId="LiveId" clId="{15D362C4-ACB9-4D34-B8DF-7BD87B071497}" dt="2024-09-22T22:51:29.846" v="4159" actId="207"/>
          <ac:spMkLst>
            <pc:docMk/>
            <pc:sldMk cId="686076518" sldId="265"/>
            <ac:spMk id="27" creationId="{C073E303-34DF-6B24-C184-1CD245E987E2}"/>
          </ac:spMkLst>
        </pc:spChg>
        <pc:spChg chg="add mod">
          <ac:chgData name="David BH" userId="2e3cfd3ca921f314" providerId="LiveId" clId="{15D362C4-ACB9-4D34-B8DF-7BD87B071497}" dt="2024-09-22T22:34:55.667" v="4005"/>
          <ac:spMkLst>
            <pc:docMk/>
            <pc:sldMk cId="686076518" sldId="265"/>
            <ac:spMk id="28" creationId="{FD5CC157-B3A4-DE65-1DEA-E32A67B67DB9}"/>
          </ac:spMkLst>
        </pc:spChg>
        <pc:spChg chg="add mod">
          <ac:chgData name="David BH" userId="2e3cfd3ca921f314" providerId="LiveId" clId="{15D362C4-ACB9-4D34-B8DF-7BD87B071497}" dt="2024-09-23T18:37:30.097" v="4596" actId="1076"/>
          <ac:spMkLst>
            <pc:docMk/>
            <pc:sldMk cId="686076518" sldId="265"/>
            <ac:spMk id="29" creationId="{0B6EFB44-B9C2-498E-C2AE-48908AD97BA0}"/>
          </ac:spMkLst>
        </pc:spChg>
        <pc:spChg chg="mod">
          <ac:chgData name="David BH" userId="2e3cfd3ca921f314" providerId="LiveId" clId="{15D362C4-ACB9-4D34-B8DF-7BD87B071497}" dt="2024-09-23T18:37:24.291" v="4595"/>
          <ac:spMkLst>
            <pc:docMk/>
            <pc:sldMk cId="686076518" sldId="265"/>
            <ac:spMk id="31" creationId="{B6AD7238-8CEA-2351-E7BB-46AB14044C1E}"/>
          </ac:spMkLst>
        </pc:spChg>
        <pc:spChg chg="mod">
          <ac:chgData name="David BH" userId="2e3cfd3ca921f314" providerId="LiveId" clId="{15D362C4-ACB9-4D34-B8DF-7BD87B071497}" dt="2024-09-23T18:37:24.291" v="4595"/>
          <ac:spMkLst>
            <pc:docMk/>
            <pc:sldMk cId="686076518" sldId="265"/>
            <ac:spMk id="32" creationId="{7CB7BBD7-A0F4-AFFB-E7AD-7268A6603C29}"/>
          </ac:spMkLst>
        </pc:spChg>
        <pc:spChg chg="mod">
          <ac:chgData name="David BH" userId="2e3cfd3ca921f314" providerId="LiveId" clId="{15D362C4-ACB9-4D34-B8DF-7BD87B071497}" dt="2024-09-23T18:37:24.291" v="4595"/>
          <ac:spMkLst>
            <pc:docMk/>
            <pc:sldMk cId="686076518" sldId="265"/>
            <ac:spMk id="33" creationId="{7AD4C30B-EF4B-ED8F-313C-A8F87351C513}"/>
          </ac:spMkLst>
        </pc:spChg>
        <pc:spChg chg="mod">
          <ac:chgData name="David BH" userId="2e3cfd3ca921f314" providerId="LiveId" clId="{15D362C4-ACB9-4D34-B8DF-7BD87B071497}" dt="2024-09-23T18:37:24.291" v="4595"/>
          <ac:spMkLst>
            <pc:docMk/>
            <pc:sldMk cId="686076518" sldId="265"/>
            <ac:spMk id="34" creationId="{17667A87-4330-BAF3-58F8-3D4B26E9FB03}"/>
          </ac:spMkLst>
        </pc:spChg>
        <pc:spChg chg="mod">
          <ac:chgData name="David BH" userId="2e3cfd3ca921f314" providerId="LiveId" clId="{15D362C4-ACB9-4D34-B8DF-7BD87B071497}" dt="2024-09-23T18:37:24.291" v="4595"/>
          <ac:spMkLst>
            <pc:docMk/>
            <pc:sldMk cId="686076518" sldId="265"/>
            <ac:spMk id="35" creationId="{002BDAED-9D56-6712-C8F3-85E6CA85E1C8}"/>
          </ac:spMkLst>
        </pc:spChg>
        <pc:spChg chg="mod">
          <ac:chgData name="David BH" userId="2e3cfd3ca921f314" providerId="LiveId" clId="{15D362C4-ACB9-4D34-B8DF-7BD87B071497}" dt="2024-09-23T18:37:24.291" v="4595"/>
          <ac:spMkLst>
            <pc:docMk/>
            <pc:sldMk cId="686076518" sldId="265"/>
            <ac:spMk id="36" creationId="{9897641F-DF5D-3B52-073C-CA36C1E4421F}"/>
          </ac:spMkLst>
        </pc:spChg>
        <pc:spChg chg="mod">
          <ac:chgData name="David BH" userId="2e3cfd3ca921f314" providerId="LiveId" clId="{15D362C4-ACB9-4D34-B8DF-7BD87B071497}" dt="2024-09-23T18:37:24.291" v="4595"/>
          <ac:spMkLst>
            <pc:docMk/>
            <pc:sldMk cId="686076518" sldId="265"/>
            <ac:spMk id="37" creationId="{40156394-4A42-75ED-68A4-DBB7E7190B3E}"/>
          </ac:spMkLst>
        </pc:spChg>
        <pc:spChg chg="add del">
          <ac:chgData name="David BH" userId="2e3cfd3ca921f314" providerId="LiveId" clId="{15D362C4-ACB9-4D34-B8DF-7BD87B071497}" dt="2024-09-24T23:32:33.408" v="13476" actId="22"/>
          <ac:spMkLst>
            <pc:docMk/>
            <pc:sldMk cId="686076518" sldId="265"/>
            <ac:spMk id="39" creationId="{3D0C3FBF-EC0E-EE94-F917-AC2ADD763A1E}"/>
          </ac:spMkLst>
        </pc:spChg>
        <pc:spChg chg="add mod">
          <ac:chgData name="David BH" userId="2e3cfd3ca921f314" providerId="LiveId" clId="{15D362C4-ACB9-4D34-B8DF-7BD87B071497}" dt="2024-09-24T23:32:41.680" v="13480"/>
          <ac:spMkLst>
            <pc:docMk/>
            <pc:sldMk cId="686076518" sldId="265"/>
            <ac:spMk id="40" creationId="{E2DE9B6B-BB28-FDD2-ACB4-51FEE6375958}"/>
          </ac:spMkLst>
        </pc:spChg>
        <pc:spChg chg="add mod">
          <ac:chgData name="David BH" userId="2e3cfd3ca921f314" providerId="LiveId" clId="{15D362C4-ACB9-4D34-B8DF-7BD87B071497}" dt="2024-09-24T23:32:41.680" v="13480"/>
          <ac:spMkLst>
            <pc:docMk/>
            <pc:sldMk cId="686076518" sldId="265"/>
            <ac:spMk id="41" creationId="{B517EBAA-D79E-8902-C3DB-FFFB5F2F3CDE}"/>
          </ac:spMkLst>
        </pc:spChg>
        <pc:spChg chg="add mod">
          <ac:chgData name="David BH" userId="2e3cfd3ca921f314" providerId="LiveId" clId="{15D362C4-ACB9-4D34-B8DF-7BD87B071497}" dt="2024-09-24T23:32:41.680" v="13480"/>
          <ac:spMkLst>
            <pc:docMk/>
            <pc:sldMk cId="686076518" sldId="265"/>
            <ac:spMk id="42" creationId="{213047F2-5D52-7113-7528-17979B842CD9}"/>
          </ac:spMkLst>
        </pc:spChg>
        <pc:spChg chg="add mod">
          <ac:chgData name="David BH" userId="2e3cfd3ca921f314" providerId="LiveId" clId="{15D362C4-ACB9-4D34-B8DF-7BD87B071497}" dt="2024-09-24T23:32:55.359" v="13482" actId="1076"/>
          <ac:spMkLst>
            <pc:docMk/>
            <pc:sldMk cId="686076518" sldId="265"/>
            <ac:spMk id="43" creationId="{AFBD8532-3EB0-1046-689A-F40B68746844}"/>
          </ac:spMkLst>
        </pc:spChg>
        <pc:spChg chg="add mod">
          <ac:chgData name="David BH" userId="2e3cfd3ca921f314" providerId="LiveId" clId="{15D362C4-ACB9-4D34-B8DF-7BD87B071497}" dt="2024-09-24T23:32:55.359" v="13482" actId="1076"/>
          <ac:spMkLst>
            <pc:docMk/>
            <pc:sldMk cId="686076518" sldId="265"/>
            <ac:spMk id="44" creationId="{19E19D06-6426-A360-50BB-06073E00CFC6}"/>
          </ac:spMkLst>
        </pc:spChg>
        <pc:spChg chg="add mod">
          <ac:chgData name="David BH" userId="2e3cfd3ca921f314" providerId="LiveId" clId="{15D362C4-ACB9-4D34-B8DF-7BD87B071497}" dt="2024-09-24T23:32:55.359" v="13482" actId="1076"/>
          <ac:spMkLst>
            <pc:docMk/>
            <pc:sldMk cId="686076518" sldId="265"/>
            <ac:spMk id="45" creationId="{3F88A814-BB24-6D8D-13CC-629E4B851EED}"/>
          </ac:spMkLst>
        </pc:spChg>
        <pc:spChg chg="add mod">
          <ac:chgData name="David BH" userId="2e3cfd3ca921f314" providerId="LiveId" clId="{15D362C4-ACB9-4D34-B8DF-7BD87B071497}" dt="2024-09-24T23:34:21.078" v="13483"/>
          <ac:spMkLst>
            <pc:docMk/>
            <pc:sldMk cId="686076518" sldId="265"/>
            <ac:spMk id="46" creationId="{AB7CED3A-98EA-3A56-BF23-BFB55C7F1F0B}"/>
          </ac:spMkLst>
        </pc:spChg>
        <pc:spChg chg="add mod">
          <ac:chgData name="David BH" userId="2e3cfd3ca921f314" providerId="LiveId" clId="{15D362C4-ACB9-4D34-B8DF-7BD87B071497}" dt="2024-09-24T23:34:21.078" v="13483"/>
          <ac:spMkLst>
            <pc:docMk/>
            <pc:sldMk cId="686076518" sldId="265"/>
            <ac:spMk id="47" creationId="{2799A28B-7104-2032-FC43-D0EAD81D66EA}"/>
          </ac:spMkLst>
        </pc:spChg>
        <pc:spChg chg="add mod">
          <ac:chgData name="David BH" userId="2e3cfd3ca921f314" providerId="LiveId" clId="{15D362C4-ACB9-4D34-B8DF-7BD87B071497}" dt="2024-09-24T23:34:21.078" v="13483"/>
          <ac:spMkLst>
            <pc:docMk/>
            <pc:sldMk cId="686076518" sldId="265"/>
            <ac:spMk id="48" creationId="{87C0AE18-1058-3FE1-119D-6FBCD42EB5B0}"/>
          </ac:spMkLst>
        </pc:spChg>
        <pc:spChg chg="add mod">
          <ac:chgData name="David BH" userId="2e3cfd3ca921f314" providerId="LiveId" clId="{15D362C4-ACB9-4D34-B8DF-7BD87B071497}" dt="2024-09-24T23:34:27.735" v="13484"/>
          <ac:spMkLst>
            <pc:docMk/>
            <pc:sldMk cId="686076518" sldId="265"/>
            <ac:spMk id="49" creationId="{86BCB031-FE2A-7C78-2E54-D9FBF99BAE27}"/>
          </ac:spMkLst>
        </pc:spChg>
        <pc:spChg chg="add mod">
          <ac:chgData name="David BH" userId="2e3cfd3ca921f314" providerId="LiveId" clId="{15D362C4-ACB9-4D34-B8DF-7BD87B071497}" dt="2024-09-24T23:34:27.735" v="13484"/>
          <ac:spMkLst>
            <pc:docMk/>
            <pc:sldMk cId="686076518" sldId="265"/>
            <ac:spMk id="50" creationId="{7528042D-C009-1BAD-F872-1142379C3645}"/>
          </ac:spMkLst>
        </pc:spChg>
        <pc:spChg chg="add mod">
          <ac:chgData name="David BH" userId="2e3cfd3ca921f314" providerId="LiveId" clId="{15D362C4-ACB9-4D34-B8DF-7BD87B071497}" dt="2024-09-24T23:34:27.735" v="13484"/>
          <ac:spMkLst>
            <pc:docMk/>
            <pc:sldMk cId="686076518" sldId="265"/>
            <ac:spMk id="51" creationId="{9BE0C506-DD35-4867-8E5D-E7F0E8B96151}"/>
          </ac:spMkLst>
        </pc:spChg>
        <pc:spChg chg="add mod">
          <ac:chgData name="David BH" userId="2e3cfd3ca921f314" providerId="LiveId" clId="{15D362C4-ACB9-4D34-B8DF-7BD87B071497}" dt="2024-09-24T23:34:29.772" v="13485"/>
          <ac:spMkLst>
            <pc:docMk/>
            <pc:sldMk cId="686076518" sldId="265"/>
            <ac:spMk id="52" creationId="{84EE2336-5165-9101-0AC5-1F7A7464752D}"/>
          </ac:spMkLst>
        </pc:spChg>
        <pc:spChg chg="add mod">
          <ac:chgData name="David BH" userId="2e3cfd3ca921f314" providerId="LiveId" clId="{15D362C4-ACB9-4D34-B8DF-7BD87B071497}" dt="2024-09-24T23:34:29.772" v="13485"/>
          <ac:spMkLst>
            <pc:docMk/>
            <pc:sldMk cId="686076518" sldId="265"/>
            <ac:spMk id="53" creationId="{5FC24C10-5B82-12B7-AEDA-B9D86816C6C4}"/>
          </ac:spMkLst>
        </pc:spChg>
        <pc:spChg chg="add mod">
          <ac:chgData name="David BH" userId="2e3cfd3ca921f314" providerId="LiveId" clId="{15D362C4-ACB9-4D34-B8DF-7BD87B071497}" dt="2024-09-24T23:34:29.772" v="13485"/>
          <ac:spMkLst>
            <pc:docMk/>
            <pc:sldMk cId="686076518" sldId="265"/>
            <ac:spMk id="54" creationId="{F762D072-0D56-A3BC-0983-EEEDE8EDE335}"/>
          </ac:spMkLst>
        </pc:spChg>
        <pc:spChg chg="add mod">
          <ac:chgData name="David BH" userId="2e3cfd3ca921f314" providerId="LiveId" clId="{15D362C4-ACB9-4D34-B8DF-7BD87B071497}" dt="2024-09-24T23:34:40.955" v="13490" actId="207"/>
          <ac:spMkLst>
            <pc:docMk/>
            <pc:sldMk cId="686076518" sldId="265"/>
            <ac:spMk id="56" creationId="{DFE6BCF4-4DEE-54BB-6AEA-08EE8F092F6E}"/>
          </ac:spMkLst>
        </pc:spChg>
        <pc:grpChg chg="add mod">
          <ac:chgData name="David BH" userId="2e3cfd3ca921f314" providerId="LiveId" clId="{15D362C4-ACB9-4D34-B8DF-7BD87B071497}" dt="2024-09-22T20:57:36.700" v="2613"/>
          <ac:grpSpMkLst>
            <pc:docMk/>
            <pc:sldMk cId="686076518" sldId="265"/>
            <ac:grpSpMk id="3" creationId="{D00401AA-FB28-FDB4-350B-B42297CC8F03}"/>
          </ac:grpSpMkLst>
        </pc:grpChg>
        <pc:grpChg chg="add mod">
          <ac:chgData name="David BH" userId="2e3cfd3ca921f314" providerId="LiveId" clId="{15D362C4-ACB9-4D34-B8DF-7BD87B071497}" dt="2024-09-23T18:37:30.097" v="4596" actId="1076"/>
          <ac:grpSpMkLst>
            <pc:docMk/>
            <pc:sldMk cId="686076518" sldId="265"/>
            <ac:grpSpMk id="30" creationId="{3242C7EF-8871-0FA2-37AE-20319E338F42}"/>
          </ac:grpSpMkLst>
        </pc:grpChg>
        <pc:graphicFrameChg chg="add mod">
          <ac:chgData name="David BH" userId="2e3cfd3ca921f314" providerId="LiveId" clId="{15D362C4-ACB9-4D34-B8DF-7BD87B071497}" dt="2024-09-22T20:59:58.407" v="2642" actId="1076"/>
          <ac:graphicFrameMkLst>
            <pc:docMk/>
            <pc:sldMk cId="686076518" sldId="265"/>
            <ac:graphicFrameMk id="19" creationId="{D1293FD7-645F-26BC-AE1F-20215FE35521}"/>
          </ac:graphicFrameMkLst>
        </pc:graphicFrameChg>
        <pc:picChg chg="add mod">
          <ac:chgData name="David BH" userId="2e3cfd3ca921f314" providerId="LiveId" clId="{15D362C4-ACB9-4D34-B8DF-7BD87B071497}" dt="2024-09-24T23:41:22.631" v="13527" actId="1076"/>
          <ac:picMkLst>
            <pc:docMk/>
            <pc:sldMk cId="686076518" sldId="265"/>
            <ac:picMk id="57" creationId="{31DBF196-00D6-D346-B6EE-1BCC88EF86A9}"/>
          </ac:picMkLst>
        </pc:picChg>
      </pc:sldChg>
      <pc:sldChg chg="del">
        <pc:chgData name="David BH" userId="2e3cfd3ca921f314" providerId="LiveId" clId="{15D362C4-ACB9-4D34-B8DF-7BD87B071497}" dt="2024-09-23T23:03:33.688" v="9100" actId="47"/>
        <pc:sldMkLst>
          <pc:docMk/>
          <pc:sldMk cId="4129666702" sldId="266"/>
        </pc:sldMkLst>
      </pc:sldChg>
      <pc:sldChg chg="addSp delSp modSp add del mod ord modNotes">
        <pc:chgData name="David BH" userId="2e3cfd3ca921f314" providerId="LiveId" clId="{15D362C4-ACB9-4D34-B8DF-7BD87B071497}" dt="2024-09-22T18:58:32.499" v="760"/>
        <pc:sldMkLst>
          <pc:docMk/>
          <pc:sldMk cId="979534594" sldId="267"/>
        </pc:sldMkLst>
        <pc:spChg chg="mod">
          <ac:chgData name="David BH" userId="2e3cfd3ca921f314" providerId="LiveId" clId="{15D362C4-ACB9-4D34-B8DF-7BD87B071497}" dt="2024-09-22T18:58:32.499" v="760"/>
          <ac:spMkLst>
            <pc:docMk/>
            <pc:sldMk cId="979534594" sldId="267"/>
            <ac:spMk id="2" creationId="{B28536A1-1A23-FDCA-E791-278F673BA931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979534594" sldId="267"/>
            <ac:spMk id="4" creationId="{E44F0848-B081-1EB4-54CE-A4262714BD2C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979534594" sldId="267"/>
            <ac:spMk id="5" creationId="{DAC5B7BB-086A-0BEE-471F-DC71F427D321}"/>
          </ac:spMkLst>
        </pc:spChg>
        <pc:spChg chg="add del">
          <ac:chgData name="David BH" userId="2e3cfd3ca921f314" providerId="LiveId" clId="{15D362C4-ACB9-4D34-B8DF-7BD87B071497}" dt="2024-09-22T18:58:31.643" v="759"/>
          <ac:spMkLst>
            <pc:docMk/>
            <pc:sldMk cId="979534594" sldId="267"/>
            <ac:spMk id="6" creationId="{77C65541-78CC-05AC-01FA-8BFC4D899A04}"/>
          </ac:spMkLst>
        </pc:spChg>
        <pc:picChg chg="add mod">
          <ac:chgData name="David BH" userId="2e3cfd3ca921f314" providerId="LiveId" clId="{15D362C4-ACB9-4D34-B8DF-7BD87B071497}" dt="2024-09-22T18:58:31.643" v="759"/>
          <ac:picMkLst>
            <pc:docMk/>
            <pc:sldMk cId="979534594" sldId="267"/>
            <ac:picMk id="3" creationId="{99894A86-731E-0FC8-9756-2BDC7B1166AD}"/>
          </ac:picMkLst>
        </pc:picChg>
      </pc:sldChg>
      <pc:sldChg chg="modSp new del mod">
        <pc:chgData name="David BH" userId="2e3cfd3ca921f314" providerId="LiveId" clId="{15D362C4-ACB9-4D34-B8DF-7BD87B071497}" dt="2024-09-22T18:58:32.499" v="760"/>
        <pc:sldMkLst>
          <pc:docMk/>
          <pc:sldMk cId="3144253232" sldId="268"/>
        </pc:sldMkLst>
        <pc:spChg chg="mod">
          <ac:chgData name="David BH" userId="2e3cfd3ca921f314" providerId="LiveId" clId="{15D362C4-ACB9-4D34-B8DF-7BD87B071497}" dt="2024-09-22T18:58:32.499" v="760"/>
          <ac:spMkLst>
            <pc:docMk/>
            <pc:sldMk cId="3144253232" sldId="268"/>
            <ac:spMk id="2" creationId="{EA2673A7-71B7-611F-A71A-98956B95DB59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3144253232" sldId="268"/>
            <ac:spMk id="3" creationId="{99EEFDFF-0909-E257-8AB7-D88F3AD1C253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3144253232" sldId="268"/>
            <ac:spMk id="4" creationId="{9E076E40-E1E3-D302-6FE4-84CA91D4E947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3144253232" sldId="268"/>
            <ac:spMk id="5" creationId="{4B2C821C-4A20-4892-9A05-5A44A4F93ACB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3144253232" sldId="268"/>
            <ac:spMk id="6" creationId="{87EB5D0D-8A4B-CBD3-94E0-0D5C631E2AAB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3144253232" sldId="268"/>
            <ac:spMk id="7" creationId="{E6CFAC96-E490-D51A-BE3A-7C0E622231FD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3144253232" sldId="268"/>
            <ac:spMk id="8" creationId="{45365ED5-9256-342E-F799-24AF20B1438C}"/>
          </ac:spMkLst>
        </pc:spChg>
      </pc:sldChg>
      <pc:sldChg chg="addSp delSp modSp new del mod">
        <pc:chgData name="David BH" userId="2e3cfd3ca921f314" providerId="LiveId" clId="{15D362C4-ACB9-4D34-B8DF-7BD87B071497}" dt="2024-09-22T18:58:32.499" v="760"/>
        <pc:sldMkLst>
          <pc:docMk/>
          <pc:sldMk cId="103321008" sldId="269"/>
        </pc:sldMkLst>
        <pc:spChg chg="mod">
          <ac:chgData name="David BH" userId="2e3cfd3ca921f314" providerId="LiveId" clId="{15D362C4-ACB9-4D34-B8DF-7BD87B071497}" dt="2024-09-22T18:58:32.499" v="760"/>
          <ac:spMkLst>
            <pc:docMk/>
            <pc:sldMk cId="103321008" sldId="269"/>
            <ac:spMk id="2" creationId="{3E190FEA-4685-0565-44B5-F7C82412A95E}"/>
          </ac:spMkLst>
        </pc:spChg>
        <pc:spChg chg="add del">
          <ac:chgData name="David BH" userId="2e3cfd3ca921f314" providerId="LiveId" clId="{15D362C4-ACB9-4D34-B8DF-7BD87B071497}" dt="2024-09-22T18:58:30.997" v="758"/>
          <ac:spMkLst>
            <pc:docMk/>
            <pc:sldMk cId="103321008" sldId="269"/>
            <ac:spMk id="3" creationId="{C62D4964-561A-3378-ED08-0C5F409497A4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103321008" sldId="269"/>
            <ac:spMk id="4" creationId="{CBA5611C-0E29-88EA-2EDE-E81734146FEC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103321008" sldId="269"/>
            <ac:spMk id="5" creationId="{5FA70909-CCFB-FA68-D70C-88463093E477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103321008" sldId="269"/>
            <ac:spMk id="6" creationId="{4057DCD4-9950-8092-167B-7D0A1876E814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103321008" sldId="269"/>
            <ac:spMk id="7" creationId="{DF3F6EBF-9488-4554-95A6-0587450E497B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103321008" sldId="269"/>
            <ac:spMk id="8" creationId="{F489BD0C-0BA7-90C1-DC37-9ABA231B0F12}"/>
          </ac:spMkLst>
        </pc:spChg>
        <pc:picChg chg="add mod">
          <ac:chgData name="David BH" userId="2e3cfd3ca921f314" providerId="LiveId" clId="{15D362C4-ACB9-4D34-B8DF-7BD87B071497}" dt="2024-09-22T18:58:30.997" v="758"/>
          <ac:picMkLst>
            <pc:docMk/>
            <pc:sldMk cId="103321008" sldId="269"/>
            <ac:picMk id="9" creationId="{DC16DE5C-1752-F8A9-6A83-7FA7153A9A46}"/>
          </ac:picMkLst>
        </pc:picChg>
      </pc:sldChg>
      <pc:sldChg chg="addSp delSp modSp new del mod">
        <pc:chgData name="David BH" userId="2e3cfd3ca921f314" providerId="LiveId" clId="{15D362C4-ACB9-4D34-B8DF-7BD87B071497}" dt="2024-09-22T18:58:32.499" v="760"/>
        <pc:sldMkLst>
          <pc:docMk/>
          <pc:sldMk cId="3650169017" sldId="270"/>
        </pc:sldMkLst>
        <pc:spChg chg="mod">
          <ac:chgData name="David BH" userId="2e3cfd3ca921f314" providerId="LiveId" clId="{15D362C4-ACB9-4D34-B8DF-7BD87B071497}" dt="2024-09-22T18:58:32.499" v="760"/>
          <ac:spMkLst>
            <pc:docMk/>
            <pc:sldMk cId="3650169017" sldId="270"/>
            <ac:spMk id="2" creationId="{CF05DD1C-CAA0-1A8E-0BD1-F09E2B5ACAFC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3650169017" sldId="270"/>
            <ac:spMk id="3" creationId="{8941B06B-DEA6-5FD0-A00D-94AFFF73AA4D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3650169017" sldId="270"/>
            <ac:spMk id="4" creationId="{724A30BF-C9EA-BBA2-4514-A404B09552E9}"/>
          </ac:spMkLst>
        </pc:spChg>
        <pc:spChg chg="add del">
          <ac:chgData name="David BH" userId="2e3cfd3ca921f314" providerId="LiveId" clId="{15D362C4-ACB9-4D34-B8DF-7BD87B071497}" dt="2024-09-22T18:58:30.149" v="757"/>
          <ac:spMkLst>
            <pc:docMk/>
            <pc:sldMk cId="3650169017" sldId="270"/>
            <ac:spMk id="5" creationId="{3CFE0551-9258-71FF-2AF8-27B1C612EA41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3650169017" sldId="270"/>
            <ac:spMk id="6" creationId="{F24D4C6A-1567-2A57-DF11-05ECC12C092C}"/>
          </ac:spMkLst>
        </pc:spChg>
        <pc:picChg chg="add mod">
          <ac:chgData name="David BH" userId="2e3cfd3ca921f314" providerId="LiveId" clId="{15D362C4-ACB9-4D34-B8DF-7BD87B071497}" dt="2024-09-22T18:58:30.149" v="757"/>
          <ac:picMkLst>
            <pc:docMk/>
            <pc:sldMk cId="3650169017" sldId="270"/>
            <ac:picMk id="7" creationId="{E8AC7BD0-1E89-EEEB-6D83-139D4EEE5CB0}"/>
          </ac:picMkLst>
        </pc:picChg>
      </pc:sldChg>
      <pc:sldChg chg="addSp delSp modSp add del mod">
        <pc:chgData name="David BH" userId="2e3cfd3ca921f314" providerId="LiveId" clId="{15D362C4-ACB9-4D34-B8DF-7BD87B071497}" dt="2024-09-23T22:28:32.953" v="8471" actId="2696"/>
        <pc:sldMkLst>
          <pc:docMk/>
          <pc:sldMk cId="0" sldId="271"/>
        </pc:sldMkLst>
        <pc:spChg chg="del">
          <ac:chgData name="David BH" userId="2e3cfd3ca921f314" providerId="LiveId" clId="{15D362C4-ACB9-4D34-B8DF-7BD87B071497}" dt="2024-09-23T19:40:47.965" v="5636" actId="478"/>
          <ac:spMkLst>
            <pc:docMk/>
            <pc:sldMk cId="0" sldId="271"/>
            <ac:spMk id="1284" creationId="{00000000-0000-0000-0000-000000000000}"/>
          </ac:spMkLst>
        </pc:spChg>
        <pc:spChg chg="del">
          <ac:chgData name="David BH" userId="2e3cfd3ca921f314" providerId="LiveId" clId="{15D362C4-ACB9-4D34-B8DF-7BD87B071497}" dt="2024-09-23T19:40:47.965" v="5636" actId="478"/>
          <ac:spMkLst>
            <pc:docMk/>
            <pc:sldMk cId="0" sldId="271"/>
            <ac:spMk id="1285" creationId="{00000000-0000-0000-0000-000000000000}"/>
          </ac:spMkLst>
        </pc:spChg>
        <pc:grpChg chg="del">
          <ac:chgData name="David BH" userId="2e3cfd3ca921f314" providerId="LiveId" clId="{15D362C4-ACB9-4D34-B8DF-7BD87B071497}" dt="2024-09-23T19:40:47.965" v="5636" actId="478"/>
          <ac:grpSpMkLst>
            <pc:docMk/>
            <pc:sldMk cId="0" sldId="271"/>
            <ac:grpSpMk id="1278" creationId="{00000000-0000-0000-0000-000000000000}"/>
          </ac:grpSpMkLst>
        </pc:grpChg>
        <pc:graphicFrameChg chg="add del mod modGraphic">
          <ac:chgData name="David BH" userId="2e3cfd3ca921f314" providerId="LiveId" clId="{15D362C4-ACB9-4D34-B8DF-7BD87B071497}" dt="2024-09-23T19:39:08.246" v="5604" actId="478"/>
          <ac:graphicFrameMkLst>
            <pc:docMk/>
            <pc:sldMk cId="0" sldId="271"/>
            <ac:graphicFrameMk id="2" creationId="{33CE3173-9950-49EB-F4F6-7E4AD74272F1}"/>
          </ac:graphicFrameMkLst>
        </pc:graphicFrameChg>
        <pc:graphicFrameChg chg="add mod modGraphic">
          <ac:chgData name="David BH" userId="2e3cfd3ca921f314" providerId="LiveId" clId="{15D362C4-ACB9-4D34-B8DF-7BD87B071497}" dt="2024-09-23T19:41:10.558" v="5641" actId="12100"/>
          <ac:graphicFrameMkLst>
            <pc:docMk/>
            <pc:sldMk cId="0" sldId="271"/>
            <ac:graphicFrameMk id="3" creationId="{442943B9-4B71-01FB-DBB2-35F911096760}"/>
          </ac:graphicFrameMkLst>
        </pc:graphicFrameChg>
        <pc:cxnChg chg="del mod">
          <ac:chgData name="David BH" userId="2e3cfd3ca921f314" providerId="LiveId" clId="{15D362C4-ACB9-4D34-B8DF-7BD87B071497}" dt="2024-09-23T19:40:47.965" v="5636" actId="478"/>
          <ac:cxnSpMkLst>
            <pc:docMk/>
            <pc:sldMk cId="0" sldId="271"/>
            <ac:cxnSpMk id="1369" creationId="{00000000-0000-0000-0000-000000000000}"/>
          </ac:cxnSpMkLst>
        </pc:cxnChg>
        <pc:cxnChg chg="del mod">
          <ac:chgData name="David BH" userId="2e3cfd3ca921f314" providerId="LiveId" clId="{15D362C4-ACB9-4D34-B8DF-7BD87B071497}" dt="2024-09-23T19:40:47.965" v="5636" actId="478"/>
          <ac:cxnSpMkLst>
            <pc:docMk/>
            <pc:sldMk cId="0" sldId="271"/>
            <ac:cxnSpMk id="1371" creationId="{00000000-0000-0000-0000-000000000000}"/>
          </ac:cxnSpMkLst>
        </pc:cxnChg>
      </pc:sldChg>
      <pc:sldChg chg="addSp delSp modSp new del mod">
        <pc:chgData name="David BH" userId="2e3cfd3ca921f314" providerId="LiveId" clId="{15D362C4-ACB9-4D34-B8DF-7BD87B071497}" dt="2024-09-22T18:58:32.499" v="760"/>
        <pc:sldMkLst>
          <pc:docMk/>
          <pc:sldMk cId="1606136309" sldId="271"/>
        </pc:sldMkLst>
        <pc:spChg chg="mod">
          <ac:chgData name="David BH" userId="2e3cfd3ca921f314" providerId="LiveId" clId="{15D362C4-ACB9-4D34-B8DF-7BD87B071497}" dt="2024-09-22T18:58:32.499" v="760"/>
          <ac:spMkLst>
            <pc:docMk/>
            <pc:sldMk cId="1606136309" sldId="271"/>
            <ac:spMk id="2" creationId="{8DD18CD1-E147-2E7D-BB84-9E09CE9EEB65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1606136309" sldId="271"/>
            <ac:spMk id="3" creationId="{062D701D-29C2-9FE3-CB1C-90BB41B547FD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1606136309" sldId="271"/>
            <ac:spMk id="4" creationId="{DB8EDA32-A578-63AB-2EE5-7ADE59CF4154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1606136309" sldId="271"/>
            <ac:spMk id="5" creationId="{5F2D808C-7701-A8E1-E694-261E0600775B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1606136309" sldId="271"/>
            <ac:spMk id="6" creationId="{5960C0D5-C947-686B-EF26-448FF1437A82}"/>
          </ac:spMkLst>
        </pc:spChg>
        <pc:spChg chg="add del">
          <ac:chgData name="David BH" userId="2e3cfd3ca921f314" providerId="LiveId" clId="{15D362C4-ACB9-4D34-B8DF-7BD87B071497}" dt="2024-09-22T18:58:20.916" v="756"/>
          <ac:spMkLst>
            <pc:docMk/>
            <pc:sldMk cId="1606136309" sldId="271"/>
            <ac:spMk id="7" creationId="{EB7E143F-6BB5-15A5-0B00-0B6851C539C5}"/>
          </ac:spMkLst>
        </pc:spChg>
        <pc:spChg chg="mod">
          <ac:chgData name="David BH" userId="2e3cfd3ca921f314" providerId="LiveId" clId="{15D362C4-ACB9-4D34-B8DF-7BD87B071497}" dt="2024-09-22T18:58:32.499" v="760"/>
          <ac:spMkLst>
            <pc:docMk/>
            <pc:sldMk cId="1606136309" sldId="271"/>
            <ac:spMk id="8" creationId="{7FAEB455-4E6D-6DE4-1640-7F23FC277975}"/>
          </ac:spMkLst>
        </pc:spChg>
        <pc:picChg chg="add mod">
          <ac:chgData name="David BH" userId="2e3cfd3ca921f314" providerId="LiveId" clId="{15D362C4-ACB9-4D34-B8DF-7BD87B071497}" dt="2024-09-22T18:58:20.916" v="756"/>
          <ac:picMkLst>
            <pc:docMk/>
            <pc:sldMk cId="1606136309" sldId="271"/>
            <ac:picMk id="9" creationId="{E240FBF4-0470-1451-2BD3-60D6F132C3E9}"/>
          </ac:picMkLst>
        </pc:picChg>
      </pc:sldChg>
      <pc:sldChg chg="modSp add del mod">
        <pc:chgData name="David BH" userId="2e3cfd3ca921f314" providerId="LiveId" clId="{15D362C4-ACB9-4D34-B8DF-7BD87B071497}" dt="2024-09-22T18:58:32.499" v="760"/>
        <pc:sldMkLst>
          <pc:docMk/>
          <pc:sldMk cId="2021244110" sldId="272"/>
        </pc:sldMkLst>
        <pc:spChg chg="mod">
          <ac:chgData name="David BH" userId="2e3cfd3ca921f314" providerId="LiveId" clId="{15D362C4-ACB9-4D34-B8DF-7BD87B071497}" dt="2024-09-22T18:58:32.499" v="760"/>
          <ac:spMkLst>
            <pc:docMk/>
            <pc:sldMk cId="2021244110" sldId="272"/>
            <ac:spMk id="3" creationId="{00000000-0000-0000-0000-000000000000}"/>
          </ac:spMkLst>
        </pc:spChg>
      </pc:sldChg>
      <pc:sldChg chg="modSp add del mod">
        <pc:chgData name="David BH" userId="2e3cfd3ca921f314" providerId="LiveId" clId="{15D362C4-ACB9-4D34-B8DF-7BD87B071497}" dt="2024-09-22T18:58:32.499" v="760"/>
        <pc:sldMkLst>
          <pc:docMk/>
          <pc:sldMk cId="1959090980" sldId="273"/>
        </pc:sldMkLst>
        <pc:spChg chg="mod">
          <ac:chgData name="David BH" userId="2e3cfd3ca921f314" providerId="LiveId" clId="{15D362C4-ACB9-4D34-B8DF-7BD87B071497}" dt="2024-09-22T18:58:32.499" v="760"/>
          <ac:spMkLst>
            <pc:docMk/>
            <pc:sldMk cId="1959090980" sldId="273"/>
            <ac:spMk id="3" creationId="{00000000-0000-0000-0000-000000000000}"/>
          </ac:spMkLst>
        </pc:spChg>
      </pc:sldChg>
      <pc:sldChg chg="addSp delSp modSp add del mod">
        <pc:chgData name="David BH" userId="2e3cfd3ca921f314" providerId="LiveId" clId="{15D362C4-ACB9-4D34-B8DF-7BD87B071497}" dt="2024-09-23T19:21:20.169" v="5136" actId="2696"/>
        <pc:sldMkLst>
          <pc:docMk/>
          <pc:sldMk cId="0" sldId="287"/>
        </pc:sldMkLst>
        <pc:spChg chg="add del mod">
          <ac:chgData name="David BH" userId="2e3cfd3ca921f314" providerId="LiveId" clId="{15D362C4-ACB9-4D34-B8DF-7BD87B071497}" dt="2024-09-23T19:15:34.919" v="4968" actId="478"/>
          <ac:spMkLst>
            <pc:docMk/>
            <pc:sldMk cId="0" sldId="287"/>
            <ac:spMk id="3" creationId="{A54A26D7-5654-8198-7B90-E148EF57AA53}"/>
          </ac:spMkLst>
        </pc:spChg>
        <pc:spChg chg="del">
          <ac:chgData name="David BH" userId="2e3cfd3ca921f314" providerId="LiveId" clId="{15D362C4-ACB9-4D34-B8DF-7BD87B071497}" dt="2024-09-23T19:15:29.719" v="4964" actId="478"/>
          <ac:spMkLst>
            <pc:docMk/>
            <pc:sldMk cId="0" sldId="287"/>
            <ac:spMk id="2456" creationId="{00000000-0000-0000-0000-000000000000}"/>
          </ac:spMkLst>
        </pc:spChg>
        <pc:spChg chg="del">
          <ac:chgData name="David BH" userId="2e3cfd3ca921f314" providerId="LiveId" clId="{15D362C4-ACB9-4D34-B8DF-7BD87B071497}" dt="2024-09-23T19:15:24.958" v="4963" actId="478"/>
          <ac:spMkLst>
            <pc:docMk/>
            <pc:sldMk cId="0" sldId="287"/>
            <ac:spMk id="2457" creationId="{00000000-0000-0000-0000-000000000000}"/>
          </ac:spMkLst>
        </pc:spChg>
        <pc:spChg chg="del">
          <ac:chgData name="David BH" userId="2e3cfd3ca921f314" providerId="LiveId" clId="{15D362C4-ACB9-4D34-B8DF-7BD87B071497}" dt="2024-09-23T19:15:24.958" v="4963" actId="478"/>
          <ac:spMkLst>
            <pc:docMk/>
            <pc:sldMk cId="0" sldId="287"/>
            <ac:spMk id="2458" creationId="{00000000-0000-0000-0000-000000000000}"/>
          </ac:spMkLst>
        </pc:spChg>
        <pc:spChg chg="del">
          <ac:chgData name="David BH" userId="2e3cfd3ca921f314" providerId="LiveId" clId="{15D362C4-ACB9-4D34-B8DF-7BD87B071497}" dt="2024-09-23T19:15:24.958" v="4963" actId="478"/>
          <ac:spMkLst>
            <pc:docMk/>
            <pc:sldMk cId="0" sldId="287"/>
            <ac:spMk id="2459" creationId="{00000000-0000-0000-0000-000000000000}"/>
          </ac:spMkLst>
        </pc:spChg>
        <pc:spChg chg="del mod">
          <ac:chgData name="David BH" userId="2e3cfd3ca921f314" providerId="LiveId" clId="{15D362C4-ACB9-4D34-B8DF-7BD87B071497}" dt="2024-09-23T19:15:31.438" v="4966" actId="478"/>
          <ac:spMkLst>
            <pc:docMk/>
            <pc:sldMk cId="0" sldId="287"/>
            <ac:spMk id="2460" creationId="{00000000-0000-0000-0000-000000000000}"/>
          </ac:spMkLst>
        </pc:spChg>
        <pc:spChg chg="del">
          <ac:chgData name="David BH" userId="2e3cfd3ca921f314" providerId="LiveId" clId="{15D362C4-ACB9-4D34-B8DF-7BD87B071497}" dt="2024-09-23T19:15:24.958" v="4963" actId="478"/>
          <ac:spMkLst>
            <pc:docMk/>
            <pc:sldMk cId="0" sldId="287"/>
            <ac:spMk id="2495" creationId="{00000000-0000-0000-0000-000000000000}"/>
          </ac:spMkLst>
        </pc:spChg>
        <pc:spChg chg="del">
          <ac:chgData name="David BH" userId="2e3cfd3ca921f314" providerId="LiveId" clId="{15D362C4-ACB9-4D34-B8DF-7BD87B071497}" dt="2024-09-23T19:15:24.958" v="4963" actId="478"/>
          <ac:spMkLst>
            <pc:docMk/>
            <pc:sldMk cId="0" sldId="287"/>
            <ac:spMk id="2502" creationId="{00000000-0000-0000-0000-000000000000}"/>
          </ac:spMkLst>
        </pc:spChg>
        <pc:grpChg chg="del">
          <ac:chgData name="David BH" userId="2e3cfd3ca921f314" providerId="LiveId" clId="{15D362C4-ACB9-4D34-B8DF-7BD87B071497}" dt="2024-09-23T19:15:24.958" v="4963" actId="478"/>
          <ac:grpSpMkLst>
            <pc:docMk/>
            <pc:sldMk cId="0" sldId="287"/>
            <ac:grpSpMk id="2461" creationId="{00000000-0000-0000-0000-000000000000}"/>
          </ac:grpSpMkLst>
        </pc:grpChg>
        <pc:grpChg chg="del">
          <ac:chgData name="David BH" userId="2e3cfd3ca921f314" providerId="LiveId" clId="{15D362C4-ACB9-4D34-B8DF-7BD87B071497}" dt="2024-09-23T19:15:24.958" v="4963" actId="478"/>
          <ac:grpSpMkLst>
            <pc:docMk/>
            <pc:sldMk cId="0" sldId="287"/>
            <ac:grpSpMk id="2489" creationId="{00000000-0000-0000-0000-000000000000}"/>
          </ac:grpSpMkLst>
        </pc:grpChg>
        <pc:grpChg chg="del">
          <ac:chgData name="David BH" userId="2e3cfd3ca921f314" providerId="LiveId" clId="{15D362C4-ACB9-4D34-B8DF-7BD87B071497}" dt="2024-09-23T19:15:24.958" v="4963" actId="478"/>
          <ac:grpSpMkLst>
            <pc:docMk/>
            <pc:sldMk cId="0" sldId="287"/>
            <ac:grpSpMk id="2492" creationId="{00000000-0000-0000-0000-000000000000}"/>
          </ac:grpSpMkLst>
        </pc:grpChg>
        <pc:grpChg chg="del">
          <ac:chgData name="David BH" userId="2e3cfd3ca921f314" providerId="LiveId" clId="{15D362C4-ACB9-4D34-B8DF-7BD87B071497}" dt="2024-09-23T19:15:24.958" v="4963" actId="478"/>
          <ac:grpSpMkLst>
            <pc:docMk/>
            <pc:sldMk cId="0" sldId="287"/>
            <ac:grpSpMk id="2496" creationId="{00000000-0000-0000-0000-000000000000}"/>
          </ac:grpSpMkLst>
        </pc:grpChg>
        <pc:grpChg chg="del">
          <ac:chgData name="David BH" userId="2e3cfd3ca921f314" providerId="LiveId" clId="{15D362C4-ACB9-4D34-B8DF-7BD87B071497}" dt="2024-09-23T19:15:24.958" v="4963" actId="478"/>
          <ac:grpSpMkLst>
            <pc:docMk/>
            <pc:sldMk cId="0" sldId="287"/>
            <ac:grpSpMk id="2499" creationId="{00000000-0000-0000-0000-000000000000}"/>
          </ac:grpSpMkLst>
        </pc:grpChg>
        <pc:grpChg chg="del">
          <ac:chgData name="David BH" userId="2e3cfd3ca921f314" providerId="LiveId" clId="{15D362C4-ACB9-4D34-B8DF-7BD87B071497}" dt="2024-09-23T19:15:24.958" v="4963" actId="478"/>
          <ac:grpSpMkLst>
            <pc:docMk/>
            <pc:sldMk cId="0" sldId="287"/>
            <ac:grpSpMk id="2503" creationId="{00000000-0000-0000-0000-000000000000}"/>
          </ac:grpSpMkLst>
        </pc:grpChg>
        <pc:grpChg chg="del">
          <ac:chgData name="David BH" userId="2e3cfd3ca921f314" providerId="LiveId" clId="{15D362C4-ACB9-4D34-B8DF-7BD87B071497}" dt="2024-09-23T19:15:24.958" v="4963" actId="478"/>
          <ac:grpSpMkLst>
            <pc:docMk/>
            <pc:sldMk cId="0" sldId="287"/>
            <ac:grpSpMk id="2508" creationId="{00000000-0000-0000-0000-000000000000}"/>
          </ac:grpSpMkLst>
        </pc:grpChg>
        <pc:graphicFrameChg chg="add del mod modGraphic">
          <ac:chgData name="David BH" userId="2e3cfd3ca921f314" providerId="LiveId" clId="{15D362C4-ACB9-4D34-B8DF-7BD87B071497}" dt="2024-09-23T19:20:07.482" v="5128" actId="478"/>
          <ac:graphicFrameMkLst>
            <pc:docMk/>
            <pc:sldMk cId="0" sldId="287"/>
            <ac:graphicFrameMk id="4" creationId="{F3440ADD-A02E-AA5C-E5DF-AEC3FBA19756}"/>
          </ac:graphicFrameMkLst>
        </pc:graphicFrameChg>
        <pc:graphicFrameChg chg="add del mod modGraphic">
          <ac:chgData name="David BH" userId="2e3cfd3ca921f314" providerId="LiveId" clId="{15D362C4-ACB9-4D34-B8DF-7BD87B071497}" dt="2024-09-23T19:21:15.505" v="5135" actId="478"/>
          <ac:graphicFrameMkLst>
            <pc:docMk/>
            <pc:sldMk cId="0" sldId="287"/>
            <ac:graphicFrameMk id="5" creationId="{DE054CFD-0ACB-D35E-1811-249274B0F410}"/>
          </ac:graphicFrameMkLst>
        </pc:graphicFrameChg>
        <pc:cxnChg chg="del mod">
          <ac:chgData name="David BH" userId="2e3cfd3ca921f314" providerId="LiveId" clId="{15D362C4-ACB9-4D34-B8DF-7BD87B071497}" dt="2024-09-23T19:15:24.958" v="4963" actId="478"/>
          <ac:cxnSpMkLst>
            <pc:docMk/>
            <pc:sldMk cId="0" sldId="287"/>
            <ac:cxnSpMk id="2511" creationId="{00000000-0000-0000-0000-000000000000}"/>
          </ac:cxnSpMkLst>
        </pc:cxnChg>
        <pc:cxnChg chg="del mod">
          <ac:chgData name="David BH" userId="2e3cfd3ca921f314" providerId="LiveId" clId="{15D362C4-ACB9-4D34-B8DF-7BD87B071497}" dt="2024-09-23T19:15:24.958" v="4963" actId="478"/>
          <ac:cxnSpMkLst>
            <pc:docMk/>
            <pc:sldMk cId="0" sldId="287"/>
            <ac:cxnSpMk id="2512" creationId="{00000000-0000-0000-0000-000000000000}"/>
          </ac:cxnSpMkLst>
        </pc:cxnChg>
      </pc:sldChg>
      <pc:sldChg chg="addSp delSp modSp add del mod">
        <pc:chgData name="David BH" userId="2e3cfd3ca921f314" providerId="LiveId" clId="{15D362C4-ACB9-4D34-B8DF-7BD87B071497}" dt="2024-09-23T23:03:30.859" v="9099" actId="47"/>
        <pc:sldMkLst>
          <pc:docMk/>
          <pc:sldMk cId="839402740" sldId="312"/>
        </pc:sldMkLst>
        <pc:spChg chg="mod">
          <ac:chgData name="David BH" userId="2e3cfd3ca921f314" providerId="LiveId" clId="{15D362C4-ACB9-4D34-B8DF-7BD87B071497}" dt="2024-09-22T19:00:57.155" v="767"/>
          <ac:spMkLst>
            <pc:docMk/>
            <pc:sldMk cId="839402740" sldId="312"/>
            <ac:spMk id="10" creationId="{1C660B10-D622-7696-9B8F-A29742AFB9BC}"/>
          </ac:spMkLst>
        </pc:spChg>
        <pc:spChg chg="mod">
          <ac:chgData name="David BH" userId="2e3cfd3ca921f314" providerId="LiveId" clId="{15D362C4-ACB9-4D34-B8DF-7BD87B071497}" dt="2024-09-22T19:00:57.155" v="768"/>
          <ac:spMkLst>
            <pc:docMk/>
            <pc:sldMk cId="839402740" sldId="312"/>
            <ac:spMk id="11" creationId="{D0739B64-C005-FA51-D057-C4B59A15B6CE}"/>
          </ac:spMkLst>
        </pc:spChg>
        <pc:spChg chg="del">
          <ac:chgData name="David BH" userId="2e3cfd3ca921f314" providerId="LiveId" clId="{15D362C4-ACB9-4D34-B8DF-7BD87B071497}" dt="2024-09-22T19:00:57.151" v="766"/>
          <ac:spMkLst>
            <pc:docMk/>
            <pc:sldMk cId="839402740" sldId="312"/>
            <ac:spMk id="12" creationId="{EDE7C201-601A-0509-FD11-639451C95ABD}"/>
          </ac:spMkLst>
        </pc:spChg>
        <pc:picChg chg="add mod">
          <ac:chgData name="David BH" userId="2e3cfd3ca921f314" providerId="LiveId" clId="{15D362C4-ACB9-4D34-B8DF-7BD87B071497}" dt="2024-09-22T19:00:57.151" v="766"/>
          <ac:picMkLst>
            <pc:docMk/>
            <pc:sldMk cId="839402740" sldId="312"/>
            <ac:picMk id="2" creationId="{C896E58F-5D18-2E99-952A-C3FF8008ACF3}"/>
          </ac:picMkLst>
        </pc:picChg>
      </pc:sldChg>
      <pc:sldChg chg="addSp delSp modSp new del mod">
        <pc:chgData name="David BH" userId="2e3cfd3ca921f314" providerId="LiveId" clId="{15D362C4-ACB9-4D34-B8DF-7BD87B071497}" dt="2024-09-23T23:03:28.975" v="9098" actId="47"/>
        <pc:sldMkLst>
          <pc:docMk/>
          <pc:sldMk cId="332267632" sldId="313"/>
        </pc:sldMkLst>
        <pc:spChg chg="mod">
          <ac:chgData name="David BH" userId="2e3cfd3ca921f314" providerId="LiveId" clId="{15D362C4-ACB9-4D34-B8DF-7BD87B071497}" dt="2024-09-22T19:00:57.837" v="873"/>
          <ac:spMkLst>
            <pc:docMk/>
            <pc:sldMk cId="332267632" sldId="313"/>
            <ac:spMk id="2" creationId="{91D9E3CC-D7AB-C0A4-1D70-FA2CE9DD0711}"/>
          </ac:spMkLst>
        </pc:spChg>
        <pc:spChg chg="mod">
          <ac:chgData name="David BH" userId="2e3cfd3ca921f314" providerId="LiveId" clId="{15D362C4-ACB9-4D34-B8DF-7BD87B071497}" dt="2024-09-22T19:00:57.842" v="875"/>
          <ac:spMkLst>
            <pc:docMk/>
            <pc:sldMk cId="332267632" sldId="313"/>
            <ac:spMk id="4" creationId="{1C4FEE13-AAE7-BA0A-F91F-939DE43FEACF}"/>
          </ac:spMkLst>
        </pc:spChg>
        <pc:spChg chg="mod">
          <ac:chgData name="David BH" userId="2e3cfd3ca921f314" providerId="LiveId" clId="{15D362C4-ACB9-4D34-B8DF-7BD87B071497}" dt="2024-09-22T19:00:57.838" v="874"/>
          <ac:spMkLst>
            <pc:docMk/>
            <pc:sldMk cId="332267632" sldId="313"/>
            <ac:spMk id="5" creationId="{AA85B92E-B96E-5A60-10FF-F44DCBE76423}"/>
          </ac:spMkLst>
        </pc:spChg>
        <pc:spChg chg="del">
          <ac:chgData name="David BH" userId="2e3cfd3ca921f314" providerId="LiveId" clId="{15D362C4-ACB9-4D34-B8DF-7BD87B071497}" dt="2024-09-22T19:00:58.651" v="912"/>
          <ac:spMkLst>
            <pc:docMk/>
            <pc:sldMk cId="332267632" sldId="313"/>
            <ac:spMk id="6" creationId="{ED877CE8-208E-A7D3-BBD3-9FE9F58C65CB}"/>
          </ac:spMkLst>
        </pc:spChg>
        <pc:picChg chg="add mod">
          <ac:chgData name="David BH" userId="2e3cfd3ca921f314" providerId="LiveId" clId="{15D362C4-ACB9-4D34-B8DF-7BD87B071497}" dt="2024-09-22T19:00:58.651" v="912"/>
          <ac:picMkLst>
            <pc:docMk/>
            <pc:sldMk cId="332267632" sldId="313"/>
            <ac:picMk id="7" creationId="{A697B746-45FF-F3E5-3446-136CBB26101C}"/>
          </ac:picMkLst>
        </pc:picChg>
      </pc:sldChg>
      <pc:sldChg chg="modSp new del mod">
        <pc:chgData name="David BH" userId="2e3cfd3ca921f314" providerId="LiveId" clId="{15D362C4-ACB9-4D34-B8DF-7BD87B071497}" dt="2024-09-23T23:03:19.147" v="9097" actId="47"/>
        <pc:sldMkLst>
          <pc:docMk/>
          <pc:sldMk cId="2731118271" sldId="314"/>
        </pc:sldMkLst>
        <pc:spChg chg="mod">
          <ac:chgData name="David BH" userId="2e3cfd3ca921f314" providerId="LiveId" clId="{15D362C4-ACB9-4D34-B8DF-7BD87B071497}" dt="2024-09-22T19:00:57.850" v="876"/>
          <ac:spMkLst>
            <pc:docMk/>
            <pc:sldMk cId="2731118271" sldId="314"/>
            <ac:spMk id="2" creationId="{38B4E5A4-240C-65E0-8408-1DC574BEF5C6}"/>
          </ac:spMkLst>
        </pc:spChg>
        <pc:spChg chg="mod">
          <ac:chgData name="David BH" userId="2e3cfd3ca921f314" providerId="LiveId" clId="{15D362C4-ACB9-4D34-B8DF-7BD87B071497}" dt="2024-09-22T19:00:57.853" v="878"/>
          <ac:spMkLst>
            <pc:docMk/>
            <pc:sldMk cId="2731118271" sldId="314"/>
            <ac:spMk id="4" creationId="{87F23FE3-179B-0FA3-A9CA-389E34754B9F}"/>
          </ac:spMkLst>
        </pc:spChg>
        <pc:spChg chg="mod">
          <ac:chgData name="David BH" userId="2e3cfd3ca921f314" providerId="LiveId" clId="{15D362C4-ACB9-4D34-B8DF-7BD87B071497}" dt="2024-09-22T19:00:57.851" v="877"/>
          <ac:spMkLst>
            <pc:docMk/>
            <pc:sldMk cId="2731118271" sldId="314"/>
            <ac:spMk id="5" creationId="{D86EC618-C0EF-31B6-2569-7209742A7D9A}"/>
          </ac:spMkLst>
        </pc:spChg>
        <pc:spChg chg="mod">
          <ac:chgData name="David BH" userId="2e3cfd3ca921f314" providerId="LiveId" clId="{15D362C4-ACB9-4D34-B8DF-7BD87B071497}" dt="2024-09-22T19:00:57.853" v="879"/>
          <ac:spMkLst>
            <pc:docMk/>
            <pc:sldMk cId="2731118271" sldId="314"/>
            <ac:spMk id="6" creationId="{4BD76F73-C10F-F309-329A-AF4BB099F66D}"/>
          </ac:spMkLst>
        </pc:spChg>
        <pc:spChg chg="mod">
          <ac:chgData name="David BH" userId="2e3cfd3ca921f314" providerId="LiveId" clId="{15D362C4-ACB9-4D34-B8DF-7BD87B071497}" dt="2024-09-22T19:00:57.856" v="881"/>
          <ac:spMkLst>
            <pc:docMk/>
            <pc:sldMk cId="2731118271" sldId="314"/>
            <ac:spMk id="7" creationId="{30BB7077-13CE-F326-B778-70A143F52642}"/>
          </ac:spMkLst>
        </pc:spChg>
        <pc:spChg chg="mod">
          <ac:chgData name="David BH" userId="2e3cfd3ca921f314" providerId="LiveId" clId="{15D362C4-ACB9-4D34-B8DF-7BD87B071497}" dt="2024-09-22T19:00:57.855" v="880"/>
          <ac:spMkLst>
            <pc:docMk/>
            <pc:sldMk cId="2731118271" sldId="314"/>
            <ac:spMk id="8" creationId="{8AAA0ACB-6358-96A1-BBC1-6CED58D25B11}"/>
          </ac:spMkLst>
        </pc:spChg>
        <pc:spChg chg="mod">
          <ac:chgData name="David BH" userId="2e3cfd3ca921f314" providerId="LiveId" clId="{15D362C4-ACB9-4D34-B8DF-7BD87B071497}" dt="2024-09-22T19:00:57.858" v="882"/>
          <ac:spMkLst>
            <pc:docMk/>
            <pc:sldMk cId="2731118271" sldId="314"/>
            <ac:spMk id="9" creationId="{D9C15C10-3406-78DC-D987-30FEC07B2EC3}"/>
          </ac:spMkLst>
        </pc:spChg>
      </pc:sldChg>
      <pc:sldChg chg="addSp delSp modSp new del mod">
        <pc:chgData name="David BH" userId="2e3cfd3ca921f314" providerId="LiveId" clId="{15D362C4-ACB9-4D34-B8DF-7BD87B071497}" dt="2024-09-23T23:03:16.267" v="9096" actId="47"/>
        <pc:sldMkLst>
          <pc:docMk/>
          <pc:sldMk cId="714626984" sldId="315"/>
        </pc:sldMkLst>
        <pc:spChg chg="mod">
          <ac:chgData name="David BH" userId="2e3cfd3ca921f314" providerId="LiveId" clId="{15D362C4-ACB9-4D34-B8DF-7BD87B071497}" dt="2024-09-22T19:00:57.890" v="904"/>
          <ac:spMkLst>
            <pc:docMk/>
            <pc:sldMk cId="714626984" sldId="315"/>
            <ac:spMk id="2" creationId="{453CD77A-35EA-1CEF-79FA-7036FF07DDF5}"/>
          </ac:spMkLst>
        </pc:spChg>
        <pc:spChg chg="mod">
          <ac:chgData name="David BH" userId="2e3cfd3ca921f314" providerId="LiveId" clId="{15D362C4-ACB9-4D34-B8DF-7BD87B071497}" dt="2024-09-22T19:00:57.892" v="906"/>
          <ac:spMkLst>
            <pc:docMk/>
            <pc:sldMk cId="714626984" sldId="315"/>
            <ac:spMk id="4" creationId="{36E29EAC-7C86-17FF-AFE1-AA49739A3C52}"/>
          </ac:spMkLst>
        </pc:spChg>
        <pc:spChg chg="mod">
          <ac:chgData name="David BH" userId="2e3cfd3ca921f314" providerId="LiveId" clId="{15D362C4-ACB9-4D34-B8DF-7BD87B071497}" dt="2024-09-22T19:00:57.890" v="905"/>
          <ac:spMkLst>
            <pc:docMk/>
            <pc:sldMk cId="714626984" sldId="315"/>
            <ac:spMk id="5" creationId="{05B0C53B-6C90-95FB-DED6-FA14CCE11554}"/>
          </ac:spMkLst>
        </pc:spChg>
        <pc:spChg chg="mod">
          <ac:chgData name="David BH" userId="2e3cfd3ca921f314" providerId="LiveId" clId="{15D362C4-ACB9-4D34-B8DF-7BD87B071497}" dt="2024-09-22T19:00:57.892" v="907"/>
          <ac:spMkLst>
            <pc:docMk/>
            <pc:sldMk cId="714626984" sldId="315"/>
            <ac:spMk id="6" creationId="{C56174C4-023B-7988-8655-312C85D8B51C}"/>
          </ac:spMkLst>
        </pc:spChg>
        <pc:spChg chg="mod">
          <ac:chgData name="David BH" userId="2e3cfd3ca921f314" providerId="LiveId" clId="{15D362C4-ACB9-4D34-B8DF-7BD87B071497}" dt="2024-09-22T19:00:57.896" v="908"/>
          <ac:spMkLst>
            <pc:docMk/>
            <pc:sldMk cId="714626984" sldId="315"/>
            <ac:spMk id="7" creationId="{E36E1D1B-83F0-7ACE-193D-F146F36118D3}"/>
          </ac:spMkLst>
        </pc:spChg>
        <pc:spChg chg="del">
          <ac:chgData name="David BH" userId="2e3cfd3ca921f314" providerId="LiveId" clId="{15D362C4-ACB9-4D34-B8DF-7BD87B071497}" dt="2024-09-22T19:00:59.927" v="913"/>
          <ac:spMkLst>
            <pc:docMk/>
            <pc:sldMk cId="714626984" sldId="315"/>
            <ac:spMk id="8" creationId="{3C028F6B-3117-CFCA-F464-ACA1287D3185}"/>
          </ac:spMkLst>
        </pc:spChg>
        <pc:picChg chg="add mod">
          <ac:chgData name="David BH" userId="2e3cfd3ca921f314" providerId="LiveId" clId="{15D362C4-ACB9-4D34-B8DF-7BD87B071497}" dt="2024-09-22T19:00:59.927" v="913"/>
          <ac:picMkLst>
            <pc:docMk/>
            <pc:sldMk cId="714626984" sldId="315"/>
            <ac:picMk id="9" creationId="{DC642182-E006-041B-09DA-E1B678DDDD87}"/>
          </ac:picMkLst>
        </pc:picChg>
      </pc:sldChg>
      <pc:sldChg chg="addSp delSp modSp new del mod">
        <pc:chgData name="David BH" userId="2e3cfd3ca921f314" providerId="LiveId" clId="{15D362C4-ACB9-4D34-B8DF-7BD87B071497}" dt="2024-09-23T23:03:13.287" v="9095" actId="2696"/>
        <pc:sldMkLst>
          <pc:docMk/>
          <pc:sldMk cId="2478282542" sldId="316"/>
        </pc:sldMkLst>
        <pc:spChg chg="mod">
          <ac:chgData name="David BH" userId="2e3cfd3ca921f314" providerId="LiveId" clId="{15D362C4-ACB9-4D34-B8DF-7BD87B071497}" dt="2024-09-22T19:00:57.903" v="909"/>
          <ac:spMkLst>
            <pc:docMk/>
            <pc:sldMk cId="2478282542" sldId="316"/>
            <ac:spMk id="2" creationId="{2F29681B-E6FD-3B8E-2184-9DFCA715A40D}"/>
          </ac:spMkLst>
        </pc:spChg>
        <pc:spChg chg="mod">
          <ac:chgData name="David BH" userId="2e3cfd3ca921f314" providerId="LiveId" clId="{15D362C4-ACB9-4D34-B8DF-7BD87B071497}" dt="2024-09-22T19:00:57.906" v="911"/>
          <ac:spMkLst>
            <pc:docMk/>
            <pc:sldMk cId="2478282542" sldId="316"/>
            <ac:spMk id="4" creationId="{BADD3EB2-261B-1E52-4B1A-3270386F079A}"/>
          </ac:spMkLst>
        </pc:spChg>
        <pc:spChg chg="mod">
          <ac:chgData name="David BH" userId="2e3cfd3ca921f314" providerId="LiveId" clId="{15D362C4-ACB9-4D34-B8DF-7BD87B071497}" dt="2024-09-22T19:00:57.903" v="910"/>
          <ac:spMkLst>
            <pc:docMk/>
            <pc:sldMk cId="2478282542" sldId="316"/>
            <ac:spMk id="5" creationId="{CF2EDB98-27B3-913C-71EF-CB042BC2CB60}"/>
          </ac:spMkLst>
        </pc:spChg>
        <pc:spChg chg="del">
          <ac:chgData name="David BH" userId="2e3cfd3ca921f314" providerId="LiveId" clId="{15D362C4-ACB9-4D34-B8DF-7BD87B071497}" dt="2024-09-22T19:01:01.196" v="914"/>
          <ac:spMkLst>
            <pc:docMk/>
            <pc:sldMk cId="2478282542" sldId="316"/>
            <ac:spMk id="6" creationId="{246CB398-D4E1-049D-E2ED-9352EF31A829}"/>
          </ac:spMkLst>
        </pc:spChg>
        <pc:picChg chg="add mod">
          <ac:chgData name="David BH" userId="2e3cfd3ca921f314" providerId="LiveId" clId="{15D362C4-ACB9-4D34-B8DF-7BD87B071497}" dt="2024-09-22T19:01:01.196" v="914"/>
          <ac:picMkLst>
            <pc:docMk/>
            <pc:sldMk cId="2478282542" sldId="316"/>
            <ac:picMk id="7" creationId="{E1393F33-11C4-06BB-B53D-4B06275F5803}"/>
          </ac:picMkLst>
        </pc:picChg>
      </pc:sldChg>
      <pc:sldChg chg="modSp add del mod">
        <pc:chgData name="David BH" userId="2e3cfd3ca921f314" providerId="LiveId" clId="{15D362C4-ACB9-4D34-B8DF-7BD87B071497}" dt="2024-09-23T23:03:07.021" v="9094" actId="2696"/>
        <pc:sldMkLst>
          <pc:docMk/>
          <pc:sldMk cId="3676187978" sldId="317"/>
        </pc:sldMkLst>
        <pc:spChg chg="mod">
          <ac:chgData name="David BH" userId="2e3cfd3ca921f314" providerId="LiveId" clId="{15D362C4-ACB9-4D34-B8DF-7BD87B071497}" dt="2024-09-22T19:00:57.876" v="890"/>
          <ac:spMkLst>
            <pc:docMk/>
            <pc:sldMk cId="3676187978" sldId="317"/>
            <ac:spMk id="3" creationId="{00000000-0000-0000-0000-000000000000}"/>
          </ac:spMkLst>
        </pc:spChg>
        <pc:spChg chg="mod">
          <ac:chgData name="David BH" userId="2e3cfd3ca921f314" providerId="LiveId" clId="{15D362C4-ACB9-4D34-B8DF-7BD87B071497}" dt="2024-09-22T19:00:57.883" v="895"/>
          <ac:spMkLst>
            <pc:docMk/>
            <pc:sldMk cId="3676187978" sldId="317"/>
            <ac:spMk id="4" creationId="{00000000-0000-0000-0000-000000000000}"/>
          </ac:spMkLst>
        </pc:spChg>
        <pc:spChg chg="mod">
          <ac:chgData name="David BH" userId="2e3cfd3ca921f314" providerId="LiveId" clId="{15D362C4-ACB9-4D34-B8DF-7BD87B071497}" dt="2024-09-22T19:00:57.885" v="903"/>
          <ac:spMkLst>
            <pc:docMk/>
            <pc:sldMk cId="3676187978" sldId="317"/>
            <ac:spMk id="25" creationId="{00000000-0000-0000-0000-000000000000}"/>
          </ac:spMkLst>
        </pc:spChg>
      </pc:sldChg>
      <pc:sldChg chg="addSp delSp modSp add del mod">
        <pc:chgData name="David BH" userId="2e3cfd3ca921f314" providerId="LiveId" clId="{15D362C4-ACB9-4D34-B8DF-7BD87B071497}" dt="2024-09-25T00:05:26.999" v="13916" actId="47"/>
        <pc:sldMkLst>
          <pc:docMk/>
          <pc:sldMk cId="211824897" sldId="318"/>
        </pc:sldMkLst>
        <pc:spChg chg="add del mod">
          <ac:chgData name="David BH" userId="2e3cfd3ca921f314" providerId="LiveId" clId="{15D362C4-ACB9-4D34-B8DF-7BD87B071497}" dt="2024-09-24T23:29:59.491" v="13467" actId="478"/>
          <ac:spMkLst>
            <pc:docMk/>
            <pc:sldMk cId="211824897" sldId="318"/>
            <ac:spMk id="6" creationId="{1E7BF934-A35F-4B9B-AEA1-AE84FFB4B716}"/>
          </ac:spMkLst>
        </pc:spChg>
        <pc:spChg chg="add mod">
          <ac:chgData name="David BH" userId="2e3cfd3ca921f314" providerId="LiveId" clId="{15D362C4-ACB9-4D34-B8DF-7BD87B071497}" dt="2024-09-22T19:00:57.753" v="813"/>
          <ac:spMkLst>
            <pc:docMk/>
            <pc:sldMk cId="211824897" sldId="318"/>
            <ac:spMk id="7" creationId="{3C6A85EB-A31B-45E0-A889-A01140F503A5}"/>
          </ac:spMkLst>
        </pc:spChg>
        <pc:spChg chg="add mod">
          <ac:chgData name="David BH" userId="2e3cfd3ca921f314" providerId="LiveId" clId="{15D362C4-ACB9-4D34-B8DF-7BD87B071497}" dt="2024-09-22T19:00:57.753" v="814"/>
          <ac:spMkLst>
            <pc:docMk/>
            <pc:sldMk cId="211824897" sldId="318"/>
            <ac:spMk id="8" creationId="{15056E0C-A81E-415C-804D-5664E8836D9D}"/>
          </ac:spMkLst>
        </pc:spChg>
        <pc:spChg chg="add mod">
          <ac:chgData name="David BH" userId="2e3cfd3ca921f314" providerId="LiveId" clId="{15D362C4-ACB9-4D34-B8DF-7BD87B071497}" dt="2024-09-22T19:00:57.754" v="815"/>
          <ac:spMkLst>
            <pc:docMk/>
            <pc:sldMk cId="211824897" sldId="318"/>
            <ac:spMk id="9" creationId="{66560410-9051-47F1-9F32-60C8A616FFEB}"/>
          </ac:spMkLst>
        </pc:spChg>
        <pc:spChg chg="add mod">
          <ac:chgData name="David BH" userId="2e3cfd3ca921f314" providerId="LiveId" clId="{15D362C4-ACB9-4D34-B8DF-7BD87B071497}" dt="2024-09-22T19:00:57.754" v="816"/>
          <ac:spMkLst>
            <pc:docMk/>
            <pc:sldMk cId="211824897" sldId="318"/>
            <ac:spMk id="10" creationId="{0048F86D-9272-47AB-8D6C-EAABBDF0E9FB}"/>
          </ac:spMkLst>
        </pc:spChg>
        <pc:spChg chg="add mod">
          <ac:chgData name="David BH" userId="2e3cfd3ca921f314" providerId="LiveId" clId="{15D362C4-ACB9-4D34-B8DF-7BD87B071497}" dt="2024-09-22T19:00:57.790" v="850"/>
          <ac:spMkLst>
            <pc:docMk/>
            <pc:sldMk cId="211824897" sldId="318"/>
            <ac:spMk id="11" creationId="{EE72701F-2ED4-4F67-8A03-554799C7AD82}"/>
          </ac:spMkLst>
        </pc:spChg>
        <pc:spChg chg="add mod">
          <ac:chgData name="David BH" userId="2e3cfd3ca921f314" providerId="LiveId" clId="{15D362C4-ACB9-4D34-B8DF-7BD87B071497}" dt="2024-09-22T19:00:57.791" v="852"/>
          <ac:spMkLst>
            <pc:docMk/>
            <pc:sldMk cId="211824897" sldId="318"/>
            <ac:spMk id="12" creationId="{8A61A6AB-D39B-4C02-9301-314F7D1AC99C}"/>
          </ac:spMkLst>
        </pc:spChg>
        <pc:spChg chg="add mod">
          <ac:chgData name="David BH" userId="2e3cfd3ca921f314" providerId="LiveId" clId="{15D362C4-ACB9-4D34-B8DF-7BD87B071497}" dt="2024-09-22T19:00:57.791" v="854"/>
          <ac:spMkLst>
            <pc:docMk/>
            <pc:sldMk cId="211824897" sldId="318"/>
            <ac:spMk id="13" creationId="{9197B7A2-3E5D-4345-B5F0-A9DFE20D1649}"/>
          </ac:spMkLst>
        </pc:spChg>
        <pc:spChg chg="add mod">
          <ac:chgData name="David BH" userId="2e3cfd3ca921f314" providerId="LiveId" clId="{15D362C4-ACB9-4D34-B8DF-7BD87B071497}" dt="2024-09-22T19:00:57.792" v="856"/>
          <ac:spMkLst>
            <pc:docMk/>
            <pc:sldMk cId="211824897" sldId="318"/>
            <ac:spMk id="14" creationId="{5E85882D-C624-4F6D-A4EC-506188BB4D22}"/>
          </ac:spMkLst>
        </pc:spChg>
        <pc:spChg chg="add mod">
          <ac:chgData name="David BH" userId="2e3cfd3ca921f314" providerId="LiveId" clId="{15D362C4-ACB9-4D34-B8DF-7BD87B071497}" dt="2024-09-22T19:00:57.793" v="858"/>
          <ac:spMkLst>
            <pc:docMk/>
            <pc:sldMk cId="211824897" sldId="318"/>
            <ac:spMk id="15" creationId="{4CA7CCAB-35AA-48B3-A2D3-B48199DFF321}"/>
          </ac:spMkLst>
        </pc:spChg>
        <pc:spChg chg="add mod">
          <ac:chgData name="David BH" userId="2e3cfd3ca921f314" providerId="LiveId" clId="{15D362C4-ACB9-4D34-B8DF-7BD87B071497}" dt="2024-09-22T19:00:57.793" v="860"/>
          <ac:spMkLst>
            <pc:docMk/>
            <pc:sldMk cId="211824897" sldId="318"/>
            <ac:spMk id="16" creationId="{5A1D70AC-8052-410C-AF85-EFFF65F60A00}"/>
          </ac:spMkLst>
        </pc:spChg>
        <pc:spChg chg="add mod">
          <ac:chgData name="David BH" userId="2e3cfd3ca921f314" providerId="LiveId" clId="{15D362C4-ACB9-4D34-B8DF-7BD87B071497}" dt="2024-09-22T19:00:57.795" v="862"/>
          <ac:spMkLst>
            <pc:docMk/>
            <pc:sldMk cId="211824897" sldId="318"/>
            <ac:spMk id="17" creationId="{070ED9CA-7BEF-462D-8F43-56721142594B}"/>
          </ac:spMkLst>
        </pc:spChg>
        <pc:spChg chg="add mod">
          <ac:chgData name="David BH" userId="2e3cfd3ca921f314" providerId="LiveId" clId="{15D362C4-ACB9-4D34-B8DF-7BD87B071497}" dt="2024-09-22T19:00:57.796" v="864"/>
          <ac:spMkLst>
            <pc:docMk/>
            <pc:sldMk cId="211824897" sldId="318"/>
            <ac:spMk id="18" creationId="{341AC620-8190-401F-BCA5-EB3FA285EC2F}"/>
          </ac:spMkLst>
        </pc:spChg>
        <pc:spChg chg="add">
          <ac:chgData name="David BH" userId="2e3cfd3ca921f314" providerId="LiveId" clId="{15D362C4-ACB9-4D34-B8DF-7BD87B071497}" dt="2024-09-24T23:32:04.180" v="13472"/>
          <ac:spMkLst>
            <pc:docMk/>
            <pc:sldMk cId="211824897" sldId="318"/>
            <ac:spMk id="24" creationId="{0FD9F2BF-5E00-A63C-B0AA-16F7BCA16263}"/>
          </ac:spMkLst>
        </pc:spChg>
        <pc:spChg chg="mod">
          <ac:chgData name="David BH" userId="2e3cfd3ca921f314" providerId="LiveId" clId="{15D362C4-ACB9-4D34-B8DF-7BD87B071497}" dt="2024-09-22T19:00:57.806" v="872"/>
          <ac:spMkLst>
            <pc:docMk/>
            <pc:sldMk cId="211824897" sldId="318"/>
            <ac:spMk id="25" creationId="{00000000-0000-0000-0000-000000000000}"/>
          </ac:spMkLst>
        </pc:spChg>
        <pc:spChg chg="add">
          <ac:chgData name="David BH" userId="2e3cfd3ca921f314" providerId="LiveId" clId="{15D362C4-ACB9-4D34-B8DF-7BD87B071497}" dt="2024-09-24T23:32:06.929" v="13473"/>
          <ac:spMkLst>
            <pc:docMk/>
            <pc:sldMk cId="211824897" sldId="318"/>
            <ac:spMk id="26" creationId="{D39246E5-1F17-9314-D755-3907812DA73C}"/>
          </ac:spMkLst>
        </pc:spChg>
        <pc:graphicFrameChg chg="mod">
          <ac:chgData name="David BH" userId="2e3cfd3ca921f314" providerId="LiveId" clId="{15D362C4-ACB9-4D34-B8DF-7BD87B071497}" dt="2024-09-22T19:00:57.722" v="776"/>
          <ac:graphicFrameMkLst>
            <pc:docMk/>
            <pc:sldMk cId="211824897" sldId="318"/>
            <ac:graphicFrameMk id="2" creationId="{00000000-0000-0000-0000-000000000000}"/>
          </ac:graphicFrameMkLst>
        </pc:graphicFrameChg>
        <pc:graphicFrameChg chg="mod">
          <ac:chgData name="David BH" userId="2e3cfd3ca921f314" providerId="LiveId" clId="{15D362C4-ACB9-4D34-B8DF-7BD87B071497}" dt="2024-09-22T19:00:57.723" v="780"/>
          <ac:graphicFrameMkLst>
            <pc:docMk/>
            <pc:sldMk cId="211824897" sldId="318"/>
            <ac:graphicFrameMk id="3" creationId="{00000000-0000-0000-0000-000000000000}"/>
          </ac:graphicFrameMkLst>
        </pc:graphicFrameChg>
        <pc:graphicFrameChg chg="mod">
          <ac:chgData name="David BH" userId="2e3cfd3ca921f314" providerId="LiveId" clId="{15D362C4-ACB9-4D34-B8DF-7BD87B071497}" dt="2024-09-22T19:00:57.724" v="784"/>
          <ac:graphicFrameMkLst>
            <pc:docMk/>
            <pc:sldMk cId="211824897" sldId="318"/>
            <ac:graphicFrameMk id="4" creationId="{00000000-0000-0000-0000-000000000000}"/>
          </ac:graphicFrameMkLst>
        </pc:graphicFrameChg>
        <pc:graphicFrameChg chg="mod">
          <ac:chgData name="David BH" userId="2e3cfd3ca921f314" providerId="LiveId" clId="{15D362C4-ACB9-4D34-B8DF-7BD87B071497}" dt="2024-09-22T19:00:57.725" v="788"/>
          <ac:graphicFrameMkLst>
            <pc:docMk/>
            <pc:sldMk cId="211824897" sldId="318"/>
            <ac:graphicFrameMk id="5" creationId="{00000000-0000-0000-0000-000000000000}"/>
          </ac:graphicFrameMkLst>
        </pc:graphicFrameChg>
        <pc:graphicFrameChg chg="add del mod">
          <ac:chgData name="David BH" userId="2e3cfd3ca921f314" providerId="LiveId" clId="{15D362C4-ACB9-4D34-B8DF-7BD87B071497}" dt="2024-09-24T23:29:53.844" v="13465" actId="478"/>
          <ac:graphicFrameMkLst>
            <pc:docMk/>
            <pc:sldMk cId="211824897" sldId="318"/>
            <ac:graphicFrameMk id="21" creationId="{ED7AB597-EA13-1F43-7C3C-AC513CE1F318}"/>
          </ac:graphicFrameMkLst>
        </pc:graphicFrameChg>
        <pc:picChg chg="add">
          <ac:chgData name="David BH" userId="2e3cfd3ca921f314" providerId="LiveId" clId="{15D362C4-ACB9-4D34-B8DF-7BD87B071497}" dt="2024-09-24T23:30:06.012" v="13468"/>
          <ac:picMkLst>
            <pc:docMk/>
            <pc:sldMk cId="211824897" sldId="318"/>
            <ac:picMk id="7170" creationId="{DCDFE101-36CB-5EF1-3434-EC16E52C08D5}"/>
          </ac:picMkLst>
        </pc:picChg>
        <pc:picChg chg="add">
          <ac:chgData name="David BH" userId="2e3cfd3ca921f314" providerId="LiveId" clId="{15D362C4-ACB9-4D34-B8DF-7BD87B071497}" dt="2024-09-24T23:30:12.650" v="13469"/>
          <ac:picMkLst>
            <pc:docMk/>
            <pc:sldMk cId="211824897" sldId="318"/>
            <ac:picMk id="7172" creationId="{BBD1A434-E1B0-E891-011A-A0866EE8C47F}"/>
          </ac:picMkLst>
        </pc:picChg>
        <pc:cxnChg chg="add del">
          <ac:chgData name="David BH" userId="2e3cfd3ca921f314" providerId="LiveId" clId="{15D362C4-ACB9-4D34-B8DF-7BD87B071497}" dt="2024-09-24T23:29:56.419" v="13466" actId="478"/>
          <ac:cxnSpMkLst>
            <pc:docMk/>
            <pc:sldMk cId="211824897" sldId="318"/>
            <ac:cxnSpMk id="23" creationId="{CB41D6C5-EE96-12A0-954B-ABC48F74B5DE}"/>
          </ac:cxnSpMkLst>
        </pc:cxnChg>
      </pc:sldChg>
      <pc:sldChg chg="addSp delSp modSp new del mod">
        <pc:chgData name="David BH" userId="2e3cfd3ca921f314" providerId="LiveId" clId="{15D362C4-ACB9-4D34-B8DF-7BD87B071497}" dt="2024-09-22T23:18:11.260" v="4593" actId="2696"/>
        <pc:sldMkLst>
          <pc:docMk/>
          <pc:sldMk cId="377070548" sldId="319"/>
        </pc:sldMkLst>
        <pc:spChg chg="del">
          <ac:chgData name="David BH" userId="2e3cfd3ca921f314" providerId="LiveId" clId="{15D362C4-ACB9-4D34-B8DF-7BD87B071497}" dt="2024-09-22T22:48:18.252" v="4153" actId="478"/>
          <ac:spMkLst>
            <pc:docMk/>
            <pc:sldMk cId="377070548" sldId="319"/>
            <ac:spMk id="2" creationId="{95895870-13D7-B903-89A0-4E7266F51FC4}"/>
          </ac:spMkLst>
        </pc:spChg>
        <pc:graphicFrameChg chg="add del mod">
          <ac:chgData name="David BH" userId="2e3cfd3ca921f314" providerId="LiveId" clId="{15D362C4-ACB9-4D34-B8DF-7BD87B071497}" dt="2024-09-22T22:50:28.229" v="4156" actId="478"/>
          <ac:graphicFrameMkLst>
            <pc:docMk/>
            <pc:sldMk cId="377070548" sldId="319"/>
            <ac:graphicFrameMk id="3" creationId="{B1B4C4DB-44BC-3B12-4ACA-9EB3E975F5D9}"/>
          </ac:graphicFrameMkLst>
        </pc:graphicFrameChg>
      </pc:sldChg>
      <pc:sldChg chg="addSp delSp modSp new mod">
        <pc:chgData name="David BH" userId="2e3cfd3ca921f314" providerId="LiveId" clId="{15D362C4-ACB9-4D34-B8DF-7BD87B071497}" dt="2024-09-24T20:53:28.898" v="11118" actId="27918"/>
        <pc:sldMkLst>
          <pc:docMk/>
          <pc:sldMk cId="2492003566" sldId="319"/>
        </pc:sldMkLst>
        <pc:spChg chg="del mod">
          <ac:chgData name="David BH" userId="2e3cfd3ca921f314" providerId="LiveId" clId="{15D362C4-ACB9-4D34-B8DF-7BD87B071497}" dt="2024-09-23T20:02:54.067" v="6025" actId="478"/>
          <ac:spMkLst>
            <pc:docMk/>
            <pc:sldMk cId="2492003566" sldId="319"/>
            <ac:spMk id="2" creationId="{CEE51FCB-0FC9-30A9-50DD-CCC870EAFDF3}"/>
          </ac:spMkLst>
        </pc:spChg>
        <pc:spChg chg="add 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7" creationId="{FA9FE4D2-FBBE-59A6-59B9-9FF2DFCC1991}"/>
          </ac:spMkLst>
        </pc:spChg>
        <pc:spChg chg="add 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8" creationId="{B282560E-C4A3-8C59-EB8A-B319E942BB6D}"/>
          </ac:spMkLst>
        </pc:spChg>
        <pc:spChg chg="add 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9" creationId="{A251421A-6784-99D1-B843-EDB444B5F2FE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1" creationId="{21BB4707-FAC0-F923-197D-0826D5E65E5B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2" creationId="{77C64814-CCD9-A0F9-DFF3-E863FE7320DA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3" creationId="{4299566E-3050-3D66-E5E3-9263B479C701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4" creationId="{F8300393-DFE2-B077-77D2-BA7791B73303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5" creationId="{380A6B24-8A39-F8DD-ABC7-D67871DF3EE9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6" creationId="{4FE363B2-B7C9-3A21-C169-D9F321C6BF85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8" creationId="{5A1D9BEC-8231-70DD-34C2-661899B146FD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9" creationId="{620E2402-1519-DC7B-12BA-71B2634FA0E9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20" creationId="{88CE512C-9226-925C-9BC5-4DEEEDBFE4A9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21" creationId="{78A086D8-6928-D3E3-4D0F-11229868E283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22" creationId="{DDE59643-4701-EDFA-7F8A-912681AF8E42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23" creationId="{B91417D8-823B-DC0F-1416-3B2E7D0FD664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24" creationId="{79BD5421-AF8A-029E-8011-89EB5AA2261D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25" creationId="{462F8661-2909-4EDA-8A12-C779220F381E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26" creationId="{3F43661D-6845-732B-8082-E1C2E84EFAE3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27" creationId="{45C72DB6-E12A-7D6A-5064-71B29E78DFE1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28" creationId="{AC1683CC-CA68-1DC0-F3E9-395563D9A0B0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29" creationId="{70540402-1EB2-8CCE-81B5-8F2EAC439EC6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30" creationId="{C0E2D0E0-7318-9910-C0FD-3A495D5836B5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31" creationId="{0A3C0D55-16F1-0C26-FBCF-CC234983B2AC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32" creationId="{1F0D72E7-B64E-BE8E-D7DA-946D5AA426CE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33" creationId="{6B9D9DAF-8833-6211-9E75-6EB878CE91FD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34" creationId="{F84BBA3D-5BD2-118A-4000-A7312ED9039D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35" creationId="{4D6E1841-D60C-7F3A-2E59-1739F4C29983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36" creationId="{00CE9517-5961-496A-57D4-9F83AE858932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37" creationId="{28848629-79AD-6306-0E19-570584CDD3A5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38" creationId="{CB058FA7-5CF1-6210-8B0E-E6572A618B0A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39" creationId="{BEFF6AC1-2B94-8B3D-7598-897909078571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40" creationId="{B135758A-0CD4-0CBC-6F54-05DE661060F3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41" creationId="{8D6DBF86-748C-888F-C9EB-D6377480C625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42" creationId="{7B87B4AA-3587-CDC7-BA0F-EBBCA36E1A01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43" creationId="{96379F41-125F-9D8C-A9CD-790A26119155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44" creationId="{B2C07A2F-2469-4891-FAD3-1FC35836CBB9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45" creationId="{05191063-3B89-46CF-2AA3-CF21F25ADDEA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46" creationId="{4DD4DF6B-1845-134C-19D6-87456679DBFD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47" creationId="{0EEF5682-2128-17BD-5B30-CB24C210B418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48" creationId="{5D8408AC-1BBA-D010-F00A-B5D6EB26A3A8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49" creationId="{AA40354F-C96C-5A46-6BD4-4BE6AC251709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50" creationId="{7BE8C032-3AF4-9D07-8168-017A04CDF871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51" creationId="{15A548E4-B274-BE18-8D20-178CCFB6E31E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52" creationId="{01D9F791-1AA2-A8C9-5F54-CF5F92143E57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54" creationId="{D0F70587-FBD1-0F62-1D4E-273BDFFCE31E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55" creationId="{9EC2E2D1-8EDA-12C4-2528-CFFAAE501365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56" creationId="{40FE165E-E3BF-FDAC-2A99-333744B48236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57" creationId="{A65DCCF8-21F6-A839-A67E-DF0E4EEA95A9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58" creationId="{15309F15-0BF6-72AD-854A-65D91BF38BCB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59" creationId="{306E7789-97D0-3CE7-59C0-BD3DCCE9B2F6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60" creationId="{2ECE7254-DF7A-DAB6-B39D-4759B3308DF2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61" creationId="{050DDCE2-500F-ED65-5189-3BA00A0896EB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62" creationId="{AC7B0E8F-45CB-EC27-3157-53AC8EAC001D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63" creationId="{179E215D-6B45-D504-B91C-03FE3A5135C0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64" creationId="{5B462496-FF04-7BD6-73FB-ECB63D069944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65" creationId="{E0100687-410C-E63B-ADDD-4B8E015E56F3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66" creationId="{B520675C-74ED-E0C9-A5CE-91AA9DAF580A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67" creationId="{40A89DAF-12C6-5C6E-CBF4-FCC8524099EF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68" creationId="{EA5C010C-C326-D0EA-FDE9-89760EE7434A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69" creationId="{8C9107D4-BAFB-CA6D-2CB6-13A4ECB0D8A2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70" creationId="{E547F285-2832-EFB5-FBC2-D49743EF4BB4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71" creationId="{C2558928-0EDB-5156-3D2F-F5F71CF92DF0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72" creationId="{3D53BDDB-19DA-3B46-A5B1-4B0DD95FB522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73" creationId="{054B9A5B-66F4-5CF0-9513-FD4F03D29B5E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74" creationId="{6BCF6A03-9E5E-B434-36F1-86295B7FB3D9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75" creationId="{91AA3888-A3C3-5F75-F61D-18FC4D58F04B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76" creationId="{07552021-6C70-8669-4BB8-7952F4BF1625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77" creationId="{AAFDC7F0-CBBF-E673-9187-FF93C8290F61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78" creationId="{8AD73A45-4928-DA6C-4DAC-97946EA32E63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79" creationId="{8B6B8A3E-9555-863D-EE41-05C130AF6E68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80" creationId="{73B109B2-741E-00D7-9985-A7119DC9A2DF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81" creationId="{654B411C-A3CD-2324-6366-654BB1AD2B48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82" creationId="{053384FF-05B5-DD35-EFC3-E0B24F3758C4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83" creationId="{FFD0C518-2543-73A5-CBF1-2750E69C37A3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84" creationId="{3DFDD3E1-70D0-5E87-86EE-799FE7F71173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85" creationId="{95954A38-931A-B00E-5C83-E314CB62B201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86" creationId="{6BA348DB-A43D-1AC9-13A8-00CE4E2AED11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87" creationId="{50BA379E-CA31-8DFF-5EE1-5322DDDF2407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88" creationId="{82D73174-9CF7-80FE-9999-0115F815B18C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89" creationId="{E64D2C01-CB18-6A07-ADC1-7066540A945A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90" creationId="{B6FC39B9-724B-9777-3E35-FDB547D80ED2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91" creationId="{9C8A92F9-9294-F800-6123-5B1563FA2486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92" creationId="{82427E0C-7652-61D4-FD01-53A30A730DAB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93" creationId="{46FE32B4-7A7C-655D-7960-99F8A93F4C75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94" creationId="{7CB8AC21-1BAE-E78C-6312-9394DAE8E31F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95" creationId="{9A0ED5C0-D7E0-BF6B-B15C-C75160022293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96" creationId="{61F2FDDC-C8D0-E6F8-CF90-BF70D005540A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97" creationId="{BE345537-1FB1-4D7B-6BDF-B060B88A8FB6}"/>
          </ac:spMkLst>
        </pc:spChg>
        <pc:spChg chg="add 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98" creationId="{252739C0-60D7-8803-2E15-EB1F198BB32F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00" creationId="{7FE06171-DD5F-6B14-FF7A-62F34AA39465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01" creationId="{AD52EDA9-4FE9-A5C1-8327-016DEF103BC1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02" creationId="{5A306151-80DD-7E66-8B31-DC2EF7A3ADDC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04" creationId="{0C8C462E-4A9C-15E6-7B87-D8248ECD22DC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05" creationId="{9B0389FA-EB31-C344-690D-8D7C9827043F}"/>
          </ac:spMkLst>
        </pc:spChg>
        <pc:spChg chg="mod">
          <ac:chgData name="David BH" userId="2e3cfd3ca921f314" providerId="LiveId" clId="{15D362C4-ACB9-4D34-B8DF-7BD87B071497}" dt="2024-09-23T19:11:33.262" v="4943"/>
          <ac:spMkLst>
            <pc:docMk/>
            <pc:sldMk cId="2492003566" sldId="319"/>
            <ac:spMk id="106" creationId="{02FB5F80-2997-356C-1F4D-A2144630952F}"/>
          </ac:spMkLst>
        </pc:spChg>
        <pc:spChg chg="add del mod">
          <ac:chgData name="David BH" userId="2e3cfd3ca921f314" providerId="LiveId" clId="{15D362C4-ACB9-4D34-B8DF-7BD87B071497}" dt="2024-09-23T22:07:43.145" v="8187" actId="478"/>
          <ac:spMkLst>
            <pc:docMk/>
            <pc:sldMk cId="2492003566" sldId="319"/>
            <ac:spMk id="109" creationId="{25CDB2FD-6725-2206-09C9-4B44A11E755A}"/>
          </ac:spMkLst>
        </pc:spChg>
        <pc:spChg chg="add mod ord">
          <ac:chgData name="David BH" userId="2e3cfd3ca921f314" providerId="LiveId" clId="{15D362C4-ACB9-4D34-B8DF-7BD87B071497}" dt="2024-09-23T23:27:35.354" v="9302" actId="1037"/>
          <ac:spMkLst>
            <pc:docMk/>
            <pc:sldMk cId="2492003566" sldId="319"/>
            <ac:spMk id="110" creationId="{E3FEC7C5-20E4-E0B6-4DF2-EDB7953FE6D1}"/>
          </ac:spMkLst>
        </pc:spChg>
        <pc:spChg chg="add mod">
          <ac:chgData name="David BH" userId="2e3cfd3ca921f314" providerId="LiveId" clId="{15D362C4-ACB9-4D34-B8DF-7BD87B071497}" dt="2024-09-24T18:51:20.827" v="9866" actId="207"/>
          <ac:spMkLst>
            <pc:docMk/>
            <pc:sldMk cId="2492003566" sldId="319"/>
            <ac:spMk id="111" creationId="{7DA67F30-466D-819A-1EC6-72E2CBBF74C3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13" creationId="{3A979429-0B5F-46B8-F931-C97EAECF98D6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14" creationId="{E08EB664-BEF2-1D55-2ED5-D2D5D314AB08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15" creationId="{2FB181FD-01FF-8AD8-CB6F-1C050B280710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16" creationId="{E78DE637-01E0-C770-6DA0-AA601202C19A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17" creationId="{2AAB3390-CEC7-BC0A-7B63-2A6AEB7A7567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18" creationId="{25604754-74D7-16E3-BBB4-46A7E3BD5E80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20" creationId="{9806EA74-41AA-270E-EAC0-5E1740DD5E24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21" creationId="{60A3D124-E78D-1294-C176-C9A0A2757CB9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22" creationId="{38E5DEE6-206E-765B-B7F5-5CC37FC60494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23" creationId="{3F8E42E9-7562-E442-E85A-F4EB9EEA2125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24" creationId="{418A2F08-8018-ADC9-376E-6644EC9AB90E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25" creationId="{FBB89A9A-7796-A829-4D14-564F1624BC63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26" creationId="{55FF1221-C45D-5A15-45B3-AB9F269764ED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27" creationId="{CFB9E76E-EEAB-701F-5715-4E13514160BD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28" creationId="{BCC01785-E5A0-F9FA-08CA-C418E3C6F4A2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29" creationId="{182D77F9-46EB-5F2F-5DF3-FBFBF3480221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30" creationId="{701FC03B-1812-4966-1A6E-EFB9410E3BF4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31" creationId="{E40E74A7-FE7F-E9DA-24F8-093BBB416AB4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32" creationId="{E2569913-ADC1-2FA6-123A-04A56271ADC4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33" creationId="{D94D6FB4-5DCB-BDCF-DC94-CE3A31ABE869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34" creationId="{7DA68ED1-7D8A-DEDA-AA87-950CDA0AC09F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35" creationId="{F4873B74-7C75-9E00-FE96-3CA9CE6386B1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36" creationId="{0E3523FF-A7EF-CED8-6C8E-9F4E8594C1C2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37" creationId="{41973694-A79A-9DDD-BF12-0061BDFF8442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38" creationId="{4724DCD7-3132-BD6B-A5B1-9FBE88650A2B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39" creationId="{F84F2E1E-E23B-2876-6A6C-9D25456AEE93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40" creationId="{C5C50FDD-81B4-02C9-55B7-EE45EF609A47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41" creationId="{388DFBB1-BB47-052D-E033-3952CFD64B75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42" creationId="{F378CBCF-F970-F500-7FB6-99BE818C1E12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43" creationId="{50147EFA-8964-919B-261C-9A8422B6225E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44" creationId="{1F93FC83-4555-600A-626A-809F63124C13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45" creationId="{0F7B0EEB-BA00-FE13-79F4-B6EC70ECB098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46" creationId="{C533D4F9-9637-0A8D-8346-BC25F80D0036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47" creationId="{9D054D07-1B3E-89FD-C678-BE6AC0010409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48" creationId="{C6326FC0-DF16-ED95-FF64-4695CFD83A12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49" creationId="{0D2F9A13-6735-D76B-AF80-4C2BD5A6DA22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50" creationId="{D467DD7A-F634-4A79-8E52-80A003DEA505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51" creationId="{C5452886-56A0-7314-E8C8-E5BD01BCAA2A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52" creationId="{1B11275F-B5DF-98FB-8539-D80C0E0A09EE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53" creationId="{AB35F83A-C00C-1662-796F-DE45FF2B9FAB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54" creationId="{80760F7E-81FE-AC37-40E4-FCCA18C64B5F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56" creationId="{3DB56248-42EF-5160-2EBB-F075E43B1A12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57" creationId="{94BA6959-A942-EFD6-0290-922087068D75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58" creationId="{901EC9F4-7BC1-C5A7-6A8C-E8210E2EB4BE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59" creationId="{DFC5D859-744D-B553-3F17-A29C623A38AB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60" creationId="{DF7D0B54-4B3A-4E31-16F5-FFF08B978855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61" creationId="{E7A427F3-9189-C9F8-1916-E3F22F70BFD1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62" creationId="{F2F3C6FF-491A-C024-6294-6AF9BBCE60AD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63" creationId="{0E51D8B0-FA09-CDA4-D793-429B7249F746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64" creationId="{018B5017-AE60-8DC1-1C06-AA77E93ECAC3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65" creationId="{E08ADC45-E42B-5BB8-C4F2-CBCB761DE015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66" creationId="{7FB6397E-BC39-5EBF-5438-9D2597C414B6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67" creationId="{C02DBEED-0CFB-03EE-0A2B-9FF8CC7BC94B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68" creationId="{6C7B5A06-FF55-8339-4CD8-954A4EAEAE0B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69" creationId="{8B5EA288-BADB-1E9B-F332-1B94AFB680EA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70" creationId="{6C460EA0-94B9-01F7-0E70-4B2F021E1E70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71" creationId="{B2F4F2F1-CE33-360F-55E5-3425689ACB93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72" creationId="{DD87610D-82B7-2544-3262-06818901F88B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73" creationId="{688D7267-CF77-1380-21CE-4D587F18ED79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74" creationId="{528DBDA4-6C0C-D886-E117-716D363B1824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75" creationId="{CCA25A9E-6EDB-A971-919F-B8F28C2801BC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76" creationId="{757155FF-E866-F4E6-B0DF-7E15821D9AC6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77" creationId="{CD2EC756-1C5E-63A9-EF93-6E48B52C71AD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78" creationId="{669F1827-80F9-8DD2-7372-3F3A29BE6C6A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79" creationId="{C02D03DC-76E4-DFA0-1FB8-20866F7E326B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80" creationId="{8AB76BBA-ED53-ACFE-0F13-66963EA01834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81" creationId="{BFA8851A-51F0-91BA-2196-3345DD55B0E6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82" creationId="{398D6F62-0546-08BA-A329-D9259D169BB9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83" creationId="{AB695AE0-834D-2F1D-2F17-6610B41D1486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84" creationId="{34C61913-7133-6546-FFA3-B30D0882E75C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85" creationId="{BF542EDA-4389-8AFC-2743-817390340C59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86" creationId="{74F00DB0-71E3-781F-43CF-A156CB2992B0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87" creationId="{6682F061-7270-93CB-3ED8-10947441AF9F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88" creationId="{C45F63E6-E91B-6007-AF9C-91DF02E3051D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89" creationId="{1E81E595-8F66-16C9-4A23-F1D63DD2707C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90" creationId="{74C90D20-347E-1490-F50C-372CAD40FB27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91" creationId="{AD3007AF-A626-B3F9-9D04-02BE180A26B4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92" creationId="{35AAD251-3D44-74D9-8A39-962AB07FAB01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93" creationId="{ED4053CF-AA41-A96C-5362-27C384B18A35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94" creationId="{CA5E1B73-F58F-5093-AE3B-BB5C4879645A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95" creationId="{55E69956-4238-6B18-482E-32700A0DEF31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96" creationId="{50CAA1D3-C917-1132-E0E7-84F349A6071A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97" creationId="{F753EFAF-1C5C-8C1D-7DBE-C189AF04BD45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98" creationId="{52DF9459-1437-DD88-4D98-1778B5F4D62E}"/>
          </ac:spMkLst>
        </pc:spChg>
        <pc:spChg chg="mod">
          <ac:chgData name="David BH" userId="2e3cfd3ca921f314" providerId="LiveId" clId="{15D362C4-ACB9-4D34-B8DF-7BD87B071497}" dt="2024-09-23T19:11:40.951" v="4944"/>
          <ac:spMkLst>
            <pc:docMk/>
            <pc:sldMk cId="2492003566" sldId="319"/>
            <ac:spMk id="199" creationId="{C9C3CEBB-DB90-74EB-F5D1-D6761B6E6A69}"/>
          </ac:spMkLst>
        </pc:spChg>
        <pc:spChg chg="add mod">
          <ac:chgData name="David BH" userId="2e3cfd3ca921f314" providerId="LiveId" clId="{15D362C4-ACB9-4D34-B8DF-7BD87B071497}" dt="2024-09-23T22:42:03.378" v="8632" actId="1035"/>
          <ac:spMkLst>
            <pc:docMk/>
            <pc:sldMk cId="2492003566" sldId="319"/>
            <ac:spMk id="200" creationId="{6C5B5511-EAA0-4846-302B-99D4159974DB}"/>
          </ac:spMkLst>
        </pc:spChg>
        <pc:spChg chg="del mod">
          <ac:chgData name="David BH" userId="2e3cfd3ca921f314" providerId="LiveId" clId="{15D362C4-ACB9-4D34-B8DF-7BD87B071497}" dt="2024-09-23T19:27:08.500" v="5441" actId="478"/>
          <ac:spMkLst>
            <pc:docMk/>
            <pc:sldMk cId="2492003566" sldId="319"/>
            <ac:spMk id="202" creationId="{824D8896-D236-38C3-3AA1-745D7898B096}"/>
          </ac:spMkLst>
        </pc:spChg>
        <pc:spChg chg="mod topLvl">
          <ac:chgData name="David BH" userId="2e3cfd3ca921f314" providerId="LiveId" clId="{15D362C4-ACB9-4D34-B8DF-7BD87B071497}" dt="2024-09-23T23:27:35.354" v="9302" actId="1037"/>
          <ac:spMkLst>
            <pc:docMk/>
            <pc:sldMk cId="2492003566" sldId="319"/>
            <ac:spMk id="203" creationId="{252FDC78-A2FB-3B62-5A1B-A18EDD01F677}"/>
          </ac:spMkLst>
        </pc:spChg>
        <pc:spChg chg="del mod topLvl">
          <ac:chgData name="David BH" userId="2e3cfd3ca921f314" providerId="LiveId" clId="{15D362C4-ACB9-4D34-B8DF-7BD87B071497}" dt="2024-09-23T22:17:36.487" v="8329" actId="478"/>
          <ac:spMkLst>
            <pc:docMk/>
            <pc:sldMk cId="2492003566" sldId="319"/>
            <ac:spMk id="204" creationId="{03A4B8AE-B12A-593E-C71E-80B21EE51CC6}"/>
          </ac:spMkLst>
        </pc:spChg>
        <pc:spChg chg="del mod">
          <ac:chgData name="David BH" userId="2e3cfd3ca921f314" providerId="LiveId" clId="{15D362C4-ACB9-4D34-B8DF-7BD87B071497}" dt="2024-09-23T19:27:11.645" v="5442" actId="478"/>
          <ac:spMkLst>
            <pc:docMk/>
            <pc:sldMk cId="2492003566" sldId="319"/>
            <ac:spMk id="206" creationId="{C58B88FC-4A79-8D64-234B-111F5C90D5AE}"/>
          </ac:spMkLst>
        </pc:spChg>
        <pc:spChg chg="mod">
          <ac:chgData name="David BH" userId="2e3cfd3ca921f314" providerId="LiveId" clId="{15D362C4-ACB9-4D34-B8DF-7BD87B071497}" dt="2024-09-23T22:06:55.253" v="8180" actId="13822"/>
          <ac:spMkLst>
            <pc:docMk/>
            <pc:sldMk cId="2492003566" sldId="319"/>
            <ac:spMk id="207" creationId="{34967B01-3E23-71BA-CB24-24F8EF3CAC27}"/>
          </ac:spMkLst>
        </pc:spChg>
        <pc:spChg chg="mod">
          <ac:chgData name="David BH" userId="2e3cfd3ca921f314" providerId="LiveId" clId="{15D362C4-ACB9-4D34-B8DF-7BD87B071497}" dt="2024-09-23T22:06:55.253" v="8180" actId="13822"/>
          <ac:spMkLst>
            <pc:docMk/>
            <pc:sldMk cId="2492003566" sldId="319"/>
            <ac:spMk id="208" creationId="{AEABE669-C681-EBA9-2535-D04CBDD61C4F}"/>
          </ac:spMkLst>
        </pc:spChg>
        <pc:spChg chg="add del mod">
          <ac:chgData name="David BH" userId="2e3cfd3ca921f314" providerId="LiveId" clId="{15D362C4-ACB9-4D34-B8DF-7BD87B071497}" dt="2024-09-23T22:09:33.382" v="8300" actId="478"/>
          <ac:spMkLst>
            <pc:docMk/>
            <pc:sldMk cId="2492003566" sldId="319"/>
            <ac:spMk id="226" creationId="{5406FBE0-0072-695E-61AD-6FC74CFAD3C3}"/>
          </ac:spMkLst>
        </pc:spChg>
        <pc:spChg chg="del mod">
          <ac:chgData name="David BH" userId="2e3cfd3ca921f314" providerId="LiveId" clId="{15D362C4-ACB9-4D34-B8DF-7BD87B071497}" dt="2024-09-23T19:27:14.402" v="5443" actId="478"/>
          <ac:spMkLst>
            <pc:docMk/>
            <pc:sldMk cId="2492003566" sldId="319"/>
            <ac:spMk id="228" creationId="{4E9DDFA9-5277-7683-F7E4-0884D04EDEFA}"/>
          </ac:spMkLst>
        </pc:spChg>
        <pc:spChg chg="mod">
          <ac:chgData name="David BH" userId="2e3cfd3ca921f314" providerId="LiveId" clId="{15D362C4-ACB9-4D34-B8DF-7BD87B071497}" dt="2024-09-23T22:04:44.482" v="8161" actId="207"/>
          <ac:spMkLst>
            <pc:docMk/>
            <pc:sldMk cId="2492003566" sldId="319"/>
            <ac:spMk id="229" creationId="{F655D263-AF74-F84C-FA66-72546A7E037F}"/>
          </ac:spMkLst>
        </pc:spChg>
        <pc:spChg chg="mod">
          <ac:chgData name="David BH" userId="2e3cfd3ca921f314" providerId="LiveId" clId="{15D362C4-ACB9-4D34-B8DF-7BD87B071497}" dt="2024-09-23T22:04:44.482" v="8161" actId="207"/>
          <ac:spMkLst>
            <pc:docMk/>
            <pc:sldMk cId="2492003566" sldId="319"/>
            <ac:spMk id="230" creationId="{BA05C3A0-404E-4B42-9050-CD2B5EA94DE2}"/>
          </ac:spMkLst>
        </pc:spChg>
        <pc:spChg chg="add del mod ord">
          <ac:chgData name="David BH" userId="2e3cfd3ca921f314" providerId="LiveId" clId="{15D362C4-ACB9-4D34-B8DF-7BD87B071497}" dt="2024-09-23T19:56:01.605" v="5844" actId="478"/>
          <ac:spMkLst>
            <pc:docMk/>
            <pc:sldMk cId="2492003566" sldId="319"/>
            <ac:spMk id="253" creationId="{01E06437-70FB-6E63-5307-28C513AA2D17}"/>
          </ac:spMkLst>
        </pc:spChg>
        <pc:spChg chg="mod">
          <ac:chgData name="David BH" userId="2e3cfd3ca921f314" providerId="LiveId" clId="{15D362C4-ACB9-4D34-B8DF-7BD87B071497}" dt="2024-09-23T19:51:11.036" v="5696" actId="404"/>
          <ac:spMkLst>
            <pc:docMk/>
            <pc:sldMk cId="2492003566" sldId="319"/>
            <ac:spMk id="255" creationId="{CB8015CC-6AF4-FB64-51DE-5FED3772FA88}"/>
          </ac:spMkLst>
        </pc:spChg>
        <pc:spChg chg="mod ord">
          <ac:chgData name="David BH" userId="2e3cfd3ca921f314" providerId="LiveId" clId="{15D362C4-ACB9-4D34-B8DF-7BD87B071497}" dt="2024-09-23T19:56:02.438" v="5845" actId="20577"/>
          <ac:spMkLst>
            <pc:docMk/>
            <pc:sldMk cId="2492003566" sldId="319"/>
            <ac:spMk id="256" creationId="{22B8F7A6-ACD9-B39C-708C-431314FF7926}"/>
          </ac:spMkLst>
        </pc:spChg>
        <pc:spChg chg="mod">
          <ac:chgData name="David BH" userId="2e3cfd3ca921f314" providerId="LiveId" clId="{15D362C4-ACB9-4D34-B8DF-7BD87B071497}" dt="2024-09-23T19:51:11.036" v="5696" actId="404"/>
          <ac:spMkLst>
            <pc:docMk/>
            <pc:sldMk cId="2492003566" sldId="319"/>
            <ac:spMk id="258" creationId="{09E15792-1A72-81FC-7D8D-7C99D1C76DD9}"/>
          </ac:spMkLst>
        </pc:spChg>
        <pc:spChg chg="mod">
          <ac:chgData name="David BH" userId="2e3cfd3ca921f314" providerId="LiveId" clId="{15D362C4-ACB9-4D34-B8DF-7BD87B071497}" dt="2024-09-23T19:51:11.036" v="5696" actId="404"/>
          <ac:spMkLst>
            <pc:docMk/>
            <pc:sldMk cId="2492003566" sldId="319"/>
            <ac:spMk id="259" creationId="{91C7135B-D26B-712F-F9D8-D269EAD20A84}"/>
          </ac:spMkLst>
        </pc:spChg>
        <pc:spChg chg="add mod">
          <ac:chgData name="David BH" userId="2e3cfd3ca921f314" providerId="LiveId" clId="{15D362C4-ACB9-4D34-B8DF-7BD87B071497}" dt="2024-09-23T23:27:35.354" v="9302" actId="1037"/>
          <ac:spMkLst>
            <pc:docMk/>
            <pc:sldMk cId="2492003566" sldId="319"/>
            <ac:spMk id="260" creationId="{CE6C3256-5F4C-C014-066E-56B1AE7C8D7E}"/>
          </ac:spMkLst>
        </pc:spChg>
        <pc:spChg chg="del mod topLvl">
          <ac:chgData name="David BH" userId="2e3cfd3ca921f314" providerId="LiveId" clId="{15D362C4-ACB9-4D34-B8DF-7BD87B071497}" dt="2024-09-23T20:20:51.686" v="6435" actId="478"/>
          <ac:spMkLst>
            <pc:docMk/>
            <pc:sldMk cId="2492003566" sldId="319"/>
            <ac:spMk id="262" creationId="{50EABD2A-BE46-75F8-B8C2-201703BAB318}"/>
          </ac:spMkLst>
        </pc:spChg>
        <pc:spChg chg="mod topLvl">
          <ac:chgData name="David BH" userId="2e3cfd3ca921f314" providerId="LiveId" clId="{15D362C4-ACB9-4D34-B8DF-7BD87B071497}" dt="2024-09-23T23:27:35.354" v="9302" actId="1037"/>
          <ac:spMkLst>
            <pc:docMk/>
            <pc:sldMk cId="2492003566" sldId="319"/>
            <ac:spMk id="263" creationId="{4B43D305-FC36-14AB-A4F8-10C31DF441EB}"/>
          </ac:spMkLst>
        </pc:spChg>
        <pc:spChg chg="mod">
          <ac:chgData name="David BH" userId="2e3cfd3ca921f314" providerId="LiveId" clId="{15D362C4-ACB9-4D34-B8DF-7BD87B071497}" dt="2024-09-23T19:57:48.362" v="5885" actId="404"/>
          <ac:spMkLst>
            <pc:docMk/>
            <pc:sldMk cId="2492003566" sldId="319"/>
            <ac:spMk id="265" creationId="{1B1BBB4F-E956-1487-32FB-2B7AF12292EF}"/>
          </ac:spMkLst>
        </pc:spChg>
        <pc:spChg chg="mod">
          <ac:chgData name="David BH" userId="2e3cfd3ca921f314" providerId="LiveId" clId="{15D362C4-ACB9-4D34-B8DF-7BD87B071497}" dt="2024-09-23T19:57:48.362" v="5885" actId="404"/>
          <ac:spMkLst>
            <pc:docMk/>
            <pc:sldMk cId="2492003566" sldId="319"/>
            <ac:spMk id="266" creationId="{28CACF17-8923-CDD9-79B7-614C14AC6CFF}"/>
          </ac:spMkLst>
        </pc:spChg>
        <pc:spChg chg="add del mod">
          <ac:chgData name="David BH" userId="2e3cfd3ca921f314" providerId="LiveId" clId="{15D362C4-ACB9-4D34-B8DF-7BD87B071497}" dt="2024-09-23T20:02:56.567" v="6026" actId="478"/>
          <ac:spMkLst>
            <pc:docMk/>
            <pc:sldMk cId="2492003566" sldId="319"/>
            <ac:spMk id="275" creationId="{A71C2A95-89A0-2A2A-67E6-E894AD843350}"/>
          </ac:spMkLst>
        </pc:spChg>
        <pc:spChg chg="add mod">
          <ac:chgData name="David BH" userId="2e3cfd3ca921f314" providerId="LiveId" clId="{15D362C4-ACB9-4D34-B8DF-7BD87B071497}" dt="2024-09-23T23:27:35.354" v="9302" actId="1037"/>
          <ac:spMkLst>
            <pc:docMk/>
            <pc:sldMk cId="2492003566" sldId="319"/>
            <ac:spMk id="285" creationId="{0149AB35-8DDC-A5A6-3A54-1ECEB3A7EA5A}"/>
          </ac:spMkLst>
        </pc:spChg>
        <pc:spChg chg="del mod topLvl">
          <ac:chgData name="David BH" userId="2e3cfd3ca921f314" providerId="LiveId" clId="{15D362C4-ACB9-4D34-B8DF-7BD87B071497}" dt="2024-09-23T20:52:19.129" v="6830" actId="478"/>
          <ac:spMkLst>
            <pc:docMk/>
            <pc:sldMk cId="2492003566" sldId="319"/>
            <ac:spMk id="287" creationId="{875BAE3D-AD45-349B-17F1-0DD7ED8D1EC0}"/>
          </ac:spMkLst>
        </pc:spChg>
        <pc:spChg chg="mod topLvl">
          <ac:chgData name="David BH" userId="2e3cfd3ca921f314" providerId="LiveId" clId="{15D362C4-ACB9-4D34-B8DF-7BD87B071497}" dt="2024-09-23T23:27:35.354" v="9302" actId="1037"/>
          <ac:spMkLst>
            <pc:docMk/>
            <pc:sldMk cId="2492003566" sldId="319"/>
            <ac:spMk id="288" creationId="{4C3A6A52-32BE-C75C-6933-9EF807069799}"/>
          </ac:spMkLst>
        </pc:spChg>
        <pc:spChg chg="mod">
          <ac:chgData name="David BH" userId="2e3cfd3ca921f314" providerId="LiveId" clId="{15D362C4-ACB9-4D34-B8DF-7BD87B071497}" dt="2024-09-23T20:04:56.172" v="6222"/>
          <ac:spMkLst>
            <pc:docMk/>
            <pc:sldMk cId="2492003566" sldId="319"/>
            <ac:spMk id="290" creationId="{ED5D78E0-368E-4A65-39DA-592F59ACACA1}"/>
          </ac:spMkLst>
        </pc:spChg>
        <pc:spChg chg="mod">
          <ac:chgData name="David BH" userId="2e3cfd3ca921f314" providerId="LiveId" clId="{15D362C4-ACB9-4D34-B8DF-7BD87B071497}" dt="2024-09-23T20:04:56.172" v="6222"/>
          <ac:spMkLst>
            <pc:docMk/>
            <pc:sldMk cId="2492003566" sldId="319"/>
            <ac:spMk id="291" creationId="{1457A354-7542-AF73-FBA1-967068EC44C5}"/>
          </ac:spMkLst>
        </pc:spChg>
        <pc:spChg chg="add del mod">
          <ac:chgData name="David BH" userId="2e3cfd3ca921f314" providerId="LiveId" clId="{15D362C4-ACB9-4D34-B8DF-7BD87B071497}" dt="2024-09-23T23:20:42.355" v="9246" actId="1037"/>
          <ac:spMkLst>
            <pc:docMk/>
            <pc:sldMk cId="2492003566" sldId="319"/>
            <ac:spMk id="293" creationId="{0096D15C-1336-5589-305D-6D7EE7C00FA2}"/>
          </ac:spMkLst>
        </pc:spChg>
        <pc:spChg chg="del mod topLvl">
          <ac:chgData name="David BH" userId="2e3cfd3ca921f314" providerId="LiveId" clId="{15D362C4-ACB9-4D34-B8DF-7BD87B071497}" dt="2024-09-23T21:32:37.454" v="7645" actId="478"/>
          <ac:spMkLst>
            <pc:docMk/>
            <pc:sldMk cId="2492003566" sldId="319"/>
            <ac:spMk id="295" creationId="{1FBB44B0-8059-4A2E-E461-BED5BFC38ADC}"/>
          </ac:spMkLst>
        </pc:spChg>
        <pc:spChg chg="mod topLvl">
          <ac:chgData name="David BH" userId="2e3cfd3ca921f314" providerId="LiveId" clId="{15D362C4-ACB9-4D34-B8DF-7BD87B071497}" dt="2024-09-23T23:27:35.354" v="9302" actId="1037"/>
          <ac:spMkLst>
            <pc:docMk/>
            <pc:sldMk cId="2492003566" sldId="319"/>
            <ac:spMk id="296" creationId="{195464EA-4C3B-82D7-510F-500D00778E10}"/>
          </ac:spMkLst>
        </pc:spChg>
        <pc:spChg chg="mod">
          <ac:chgData name="David BH" userId="2e3cfd3ca921f314" providerId="LiveId" clId="{15D362C4-ACB9-4D34-B8DF-7BD87B071497}" dt="2024-09-23T20:04:58.431" v="6223"/>
          <ac:spMkLst>
            <pc:docMk/>
            <pc:sldMk cId="2492003566" sldId="319"/>
            <ac:spMk id="298" creationId="{F13754EA-24CE-869B-5827-7E9E75C9DF2D}"/>
          </ac:spMkLst>
        </pc:spChg>
        <pc:spChg chg="mod">
          <ac:chgData name="David BH" userId="2e3cfd3ca921f314" providerId="LiveId" clId="{15D362C4-ACB9-4D34-B8DF-7BD87B071497}" dt="2024-09-23T20:04:58.431" v="6223"/>
          <ac:spMkLst>
            <pc:docMk/>
            <pc:sldMk cId="2492003566" sldId="319"/>
            <ac:spMk id="299" creationId="{A62BEA8E-54AD-DCBD-E8C2-0D3B996ED5FC}"/>
          </ac:spMkLst>
        </pc:spChg>
        <pc:spChg chg="mod">
          <ac:chgData name="David BH" userId="2e3cfd3ca921f314" providerId="LiveId" clId="{15D362C4-ACB9-4D34-B8DF-7BD87B071497}" dt="2024-09-23T22:05:01.917" v="8163"/>
          <ac:spMkLst>
            <pc:docMk/>
            <pc:sldMk cId="2492003566" sldId="319"/>
            <ac:spMk id="336" creationId="{990D0A87-F91E-FD50-BAB1-BED8C4569017}"/>
          </ac:spMkLst>
        </pc:spChg>
        <pc:spChg chg="mod">
          <ac:chgData name="David BH" userId="2e3cfd3ca921f314" providerId="LiveId" clId="{15D362C4-ACB9-4D34-B8DF-7BD87B071497}" dt="2024-09-23T22:05:01.917" v="8163"/>
          <ac:spMkLst>
            <pc:docMk/>
            <pc:sldMk cId="2492003566" sldId="319"/>
            <ac:spMk id="337" creationId="{7000B634-3E70-4FC1-EF20-C06FBCCDA3D0}"/>
          </ac:spMkLst>
        </pc:spChg>
        <pc:spChg chg="mod">
          <ac:chgData name="David BH" userId="2e3cfd3ca921f314" providerId="LiveId" clId="{15D362C4-ACB9-4D34-B8DF-7BD87B071497}" dt="2024-09-23T22:07:11.088" v="8181"/>
          <ac:spMkLst>
            <pc:docMk/>
            <pc:sldMk cId="2492003566" sldId="319"/>
            <ac:spMk id="342" creationId="{20D6D4FB-D5E2-D18B-9501-381A36B0C040}"/>
          </ac:spMkLst>
        </pc:spChg>
        <pc:spChg chg="mod">
          <ac:chgData name="David BH" userId="2e3cfd3ca921f314" providerId="LiveId" clId="{15D362C4-ACB9-4D34-B8DF-7BD87B071497}" dt="2024-09-23T22:07:11.088" v="8181"/>
          <ac:spMkLst>
            <pc:docMk/>
            <pc:sldMk cId="2492003566" sldId="319"/>
            <ac:spMk id="343" creationId="{E1CA386B-F6A6-08CB-2B17-A93288FDB60E}"/>
          </ac:spMkLst>
        </pc:spChg>
        <pc:spChg chg="add mod">
          <ac:chgData name="David BH" userId="2e3cfd3ca921f314" providerId="LiveId" clId="{15D362C4-ACB9-4D34-B8DF-7BD87B071497}" dt="2024-09-23T23:27:35.354" v="9302" actId="1037"/>
          <ac:spMkLst>
            <pc:docMk/>
            <pc:sldMk cId="2492003566" sldId="319"/>
            <ac:spMk id="344" creationId="{4F02A509-07EE-5F7D-342A-DA1444DEBBC9}"/>
          </ac:spMkLst>
        </pc:spChg>
        <pc:spChg chg="mod topLvl">
          <ac:chgData name="David BH" userId="2e3cfd3ca921f314" providerId="LiveId" clId="{15D362C4-ACB9-4D34-B8DF-7BD87B071497}" dt="2024-09-23T23:27:35.354" v="9302" actId="1037"/>
          <ac:spMkLst>
            <pc:docMk/>
            <pc:sldMk cId="2492003566" sldId="319"/>
            <ac:spMk id="346" creationId="{53E64F62-3C31-3410-F476-9A5550EB8C59}"/>
          </ac:spMkLst>
        </pc:spChg>
        <pc:spChg chg="del mod topLvl">
          <ac:chgData name="David BH" userId="2e3cfd3ca921f314" providerId="LiveId" clId="{15D362C4-ACB9-4D34-B8DF-7BD87B071497}" dt="2024-09-23T22:17:30.949" v="8328" actId="478"/>
          <ac:spMkLst>
            <pc:docMk/>
            <pc:sldMk cId="2492003566" sldId="319"/>
            <ac:spMk id="347" creationId="{7B2322E4-CBE6-08A7-F456-9EF1D080934D}"/>
          </ac:spMkLst>
        </pc:spChg>
        <pc:spChg chg="add mod">
          <ac:chgData name="David BH" userId="2e3cfd3ca921f314" providerId="LiveId" clId="{15D362C4-ACB9-4D34-B8DF-7BD87B071497}" dt="2024-09-23T22:08:34.101" v="8246"/>
          <ac:spMkLst>
            <pc:docMk/>
            <pc:sldMk cId="2492003566" sldId="319"/>
            <ac:spMk id="351" creationId="{D670FA83-8D7E-20A4-9172-AF0F7D249EB7}"/>
          </ac:spMkLst>
        </pc:spChg>
        <pc:spChg chg="mod">
          <ac:chgData name="David BH" userId="2e3cfd3ca921f314" providerId="LiveId" clId="{15D362C4-ACB9-4D34-B8DF-7BD87B071497}" dt="2024-09-23T22:09:00.150" v="8252"/>
          <ac:spMkLst>
            <pc:docMk/>
            <pc:sldMk cId="2492003566" sldId="319"/>
            <ac:spMk id="353" creationId="{CF5181B3-74EA-14E5-280C-1D036B4AF257}"/>
          </ac:spMkLst>
        </pc:spChg>
        <pc:spChg chg="mod">
          <ac:chgData name="David BH" userId="2e3cfd3ca921f314" providerId="LiveId" clId="{15D362C4-ACB9-4D34-B8DF-7BD87B071497}" dt="2024-09-23T22:08:59.908" v="8251" actId="20577"/>
          <ac:spMkLst>
            <pc:docMk/>
            <pc:sldMk cId="2492003566" sldId="319"/>
            <ac:spMk id="354" creationId="{2FA3C61E-7178-E43D-675E-2D4272AAB3D9}"/>
          </ac:spMkLst>
        </pc:spChg>
        <pc:spChg chg="add mod">
          <ac:chgData name="David BH" userId="2e3cfd3ca921f314" providerId="LiveId" clId="{15D362C4-ACB9-4D34-B8DF-7BD87B071497}" dt="2024-09-23T23:27:35.354" v="9302" actId="1037"/>
          <ac:spMkLst>
            <pc:docMk/>
            <pc:sldMk cId="2492003566" sldId="319"/>
            <ac:spMk id="355" creationId="{12DB1969-D53E-3568-468E-8F48D95AC3E5}"/>
          </ac:spMkLst>
        </pc:spChg>
        <pc:spChg chg="mod topLvl">
          <ac:chgData name="David BH" userId="2e3cfd3ca921f314" providerId="LiveId" clId="{15D362C4-ACB9-4D34-B8DF-7BD87B071497}" dt="2024-09-23T23:27:35.354" v="9302" actId="1037"/>
          <ac:spMkLst>
            <pc:docMk/>
            <pc:sldMk cId="2492003566" sldId="319"/>
            <ac:spMk id="357" creationId="{C491A411-78B7-8C5D-BAEC-254DCD63945C}"/>
          </ac:spMkLst>
        </pc:spChg>
        <pc:spChg chg="del mod topLvl">
          <ac:chgData name="David BH" userId="2e3cfd3ca921f314" providerId="LiveId" clId="{15D362C4-ACB9-4D34-B8DF-7BD87B071497}" dt="2024-09-23T22:39:42.347" v="8575" actId="478"/>
          <ac:spMkLst>
            <pc:docMk/>
            <pc:sldMk cId="2492003566" sldId="319"/>
            <ac:spMk id="358" creationId="{0132C2F7-8C06-C4B9-ECD3-28D0F4795E9C}"/>
          </ac:spMkLst>
        </pc:spChg>
        <pc:spChg chg="add mod">
          <ac:chgData name="David BH" userId="2e3cfd3ca921f314" providerId="LiveId" clId="{15D362C4-ACB9-4D34-B8DF-7BD87B071497}" dt="2024-09-23T22:15:38.710" v="8324" actId="571"/>
          <ac:spMkLst>
            <pc:docMk/>
            <pc:sldMk cId="2492003566" sldId="319"/>
            <ac:spMk id="370" creationId="{6C2B232D-F18D-E0B2-9041-23E27667901A}"/>
          </ac:spMkLst>
        </pc:spChg>
        <pc:spChg chg="add mod">
          <ac:chgData name="David BH" userId="2e3cfd3ca921f314" providerId="LiveId" clId="{15D362C4-ACB9-4D34-B8DF-7BD87B071497}" dt="2024-09-23T22:15:38.710" v="8324" actId="571"/>
          <ac:spMkLst>
            <pc:docMk/>
            <pc:sldMk cId="2492003566" sldId="319"/>
            <ac:spMk id="371" creationId="{50D0EAD4-9B0B-C867-33B9-4402B4013CFE}"/>
          </ac:spMkLst>
        </pc:spChg>
        <pc:spChg chg="mod">
          <ac:chgData name="David BH" userId="2e3cfd3ca921f314" providerId="LiveId" clId="{15D362C4-ACB9-4D34-B8DF-7BD87B071497}" dt="2024-09-23T22:28:24.135" v="8468" actId="207"/>
          <ac:spMkLst>
            <pc:docMk/>
            <pc:sldMk cId="2492003566" sldId="319"/>
            <ac:spMk id="373" creationId="{4550DDE6-E639-F7D3-9460-CFAB8EB945DD}"/>
          </ac:spMkLst>
        </pc:spChg>
        <pc:spChg chg="mod">
          <ac:chgData name="David BH" userId="2e3cfd3ca921f314" providerId="LiveId" clId="{15D362C4-ACB9-4D34-B8DF-7BD87B071497}" dt="2024-09-23T22:28:24.135" v="8468" actId="207"/>
          <ac:spMkLst>
            <pc:docMk/>
            <pc:sldMk cId="2492003566" sldId="319"/>
            <ac:spMk id="375" creationId="{CCD57AFE-2E3F-7208-31B0-6766F8A62583}"/>
          </ac:spMkLst>
        </pc:spChg>
        <pc:spChg chg="mod">
          <ac:chgData name="David BH" userId="2e3cfd3ca921f314" providerId="LiveId" clId="{15D362C4-ACB9-4D34-B8DF-7BD87B071497}" dt="2024-09-23T22:28:24.135" v="8468" actId="207"/>
          <ac:spMkLst>
            <pc:docMk/>
            <pc:sldMk cId="2492003566" sldId="319"/>
            <ac:spMk id="376" creationId="{46BB7D1A-FAED-3B03-8B81-88FDC06B4C5A}"/>
          </ac:spMkLst>
        </pc:spChg>
        <pc:spChg chg="mod">
          <ac:chgData name="David BH" userId="2e3cfd3ca921f314" providerId="LiveId" clId="{15D362C4-ACB9-4D34-B8DF-7BD87B071497}" dt="2024-09-23T22:28:24.135" v="8468" actId="207"/>
          <ac:spMkLst>
            <pc:docMk/>
            <pc:sldMk cId="2492003566" sldId="319"/>
            <ac:spMk id="377" creationId="{A5FA1309-FB27-29C8-443A-364221CA964F}"/>
          </ac:spMkLst>
        </pc:spChg>
        <pc:spChg chg="mod">
          <ac:chgData name="David BH" userId="2e3cfd3ca921f314" providerId="LiveId" clId="{15D362C4-ACB9-4D34-B8DF-7BD87B071497}" dt="2024-09-23T22:28:24.135" v="8468" actId="207"/>
          <ac:spMkLst>
            <pc:docMk/>
            <pc:sldMk cId="2492003566" sldId="319"/>
            <ac:spMk id="378" creationId="{6AEDA233-67E0-D07F-A157-1DFA33E9E57A}"/>
          </ac:spMkLst>
        </pc:spChg>
        <pc:spChg chg="mod">
          <ac:chgData name="David BH" userId="2e3cfd3ca921f314" providerId="LiveId" clId="{15D362C4-ACB9-4D34-B8DF-7BD87B071497}" dt="2024-09-23T22:28:24.135" v="8468" actId="207"/>
          <ac:spMkLst>
            <pc:docMk/>
            <pc:sldMk cId="2492003566" sldId="319"/>
            <ac:spMk id="379" creationId="{4BD4D424-5D0E-D91B-E797-8A32A275E422}"/>
          </ac:spMkLst>
        </pc:spChg>
        <pc:spChg chg="mod">
          <ac:chgData name="David BH" userId="2e3cfd3ca921f314" providerId="LiveId" clId="{15D362C4-ACB9-4D34-B8DF-7BD87B071497}" dt="2024-09-23T22:21:17.072" v="8354"/>
          <ac:spMkLst>
            <pc:docMk/>
            <pc:sldMk cId="2492003566" sldId="319"/>
            <ac:spMk id="381" creationId="{C6F6FE69-15E5-F34D-F5B6-56BFBD84105C}"/>
          </ac:spMkLst>
        </pc:spChg>
        <pc:spChg chg="mod">
          <ac:chgData name="David BH" userId="2e3cfd3ca921f314" providerId="LiveId" clId="{15D362C4-ACB9-4D34-B8DF-7BD87B071497}" dt="2024-09-23T22:21:17.072" v="8354"/>
          <ac:spMkLst>
            <pc:docMk/>
            <pc:sldMk cId="2492003566" sldId="319"/>
            <ac:spMk id="382" creationId="{2B1A2118-B728-C0B8-C3D7-903D73471E66}"/>
          </ac:spMkLst>
        </pc:spChg>
        <pc:spChg chg="mod">
          <ac:chgData name="David BH" userId="2e3cfd3ca921f314" providerId="LiveId" clId="{15D362C4-ACB9-4D34-B8DF-7BD87B071497}" dt="2024-09-23T22:21:17.072" v="8354"/>
          <ac:spMkLst>
            <pc:docMk/>
            <pc:sldMk cId="2492003566" sldId="319"/>
            <ac:spMk id="383" creationId="{505759AA-C8AA-EF05-1426-6600B4FEFB8C}"/>
          </ac:spMkLst>
        </pc:spChg>
        <pc:spChg chg="mod">
          <ac:chgData name="David BH" userId="2e3cfd3ca921f314" providerId="LiveId" clId="{15D362C4-ACB9-4D34-B8DF-7BD87B071497}" dt="2024-09-23T22:21:17.072" v="8354"/>
          <ac:spMkLst>
            <pc:docMk/>
            <pc:sldMk cId="2492003566" sldId="319"/>
            <ac:spMk id="384" creationId="{9E400C96-4251-EAEB-8947-68C7B9A2768A}"/>
          </ac:spMkLst>
        </pc:spChg>
        <pc:spChg chg="mod">
          <ac:chgData name="David BH" userId="2e3cfd3ca921f314" providerId="LiveId" clId="{15D362C4-ACB9-4D34-B8DF-7BD87B071497}" dt="2024-09-23T22:21:17.072" v="8354"/>
          <ac:spMkLst>
            <pc:docMk/>
            <pc:sldMk cId="2492003566" sldId="319"/>
            <ac:spMk id="385" creationId="{3F2B7A29-5EA9-46C1-F4D2-5DD125A0A079}"/>
          </ac:spMkLst>
        </pc:spChg>
        <pc:spChg chg="mod">
          <ac:chgData name="David BH" userId="2e3cfd3ca921f314" providerId="LiveId" clId="{15D362C4-ACB9-4D34-B8DF-7BD87B071497}" dt="2024-09-23T22:21:17.072" v="8354"/>
          <ac:spMkLst>
            <pc:docMk/>
            <pc:sldMk cId="2492003566" sldId="319"/>
            <ac:spMk id="386" creationId="{023D5DE7-F538-4963-C6A1-DBE296D2F580}"/>
          </ac:spMkLst>
        </pc:spChg>
        <pc:spChg chg="mod">
          <ac:chgData name="David BH" userId="2e3cfd3ca921f314" providerId="LiveId" clId="{15D362C4-ACB9-4D34-B8DF-7BD87B071497}" dt="2024-09-23T22:21:17.072" v="8354"/>
          <ac:spMkLst>
            <pc:docMk/>
            <pc:sldMk cId="2492003566" sldId="319"/>
            <ac:spMk id="387" creationId="{3BE623E0-D488-438A-5E50-AB229F20F8D5}"/>
          </ac:spMkLst>
        </pc:spChg>
        <pc:spChg chg="mod">
          <ac:chgData name="David BH" userId="2e3cfd3ca921f314" providerId="LiveId" clId="{15D362C4-ACB9-4D34-B8DF-7BD87B071497}" dt="2024-09-23T22:25:35.218" v="8432"/>
          <ac:spMkLst>
            <pc:docMk/>
            <pc:sldMk cId="2492003566" sldId="319"/>
            <ac:spMk id="389" creationId="{0BE77DBF-432E-5D5A-00AA-FD87FD8A9EF3}"/>
          </ac:spMkLst>
        </pc:spChg>
        <pc:spChg chg="mod">
          <ac:chgData name="David BH" userId="2e3cfd3ca921f314" providerId="LiveId" clId="{15D362C4-ACB9-4D34-B8DF-7BD87B071497}" dt="2024-09-23T22:25:35.218" v="8432"/>
          <ac:spMkLst>
            <pc:docMk/>
            <pc:sldMk cId="2492003566" sldId="319"/>
            <ac:spMk id="390" creationId="{03A15C4B-B6F7-7783-466E-2EA1DD6F2F26}"/>
          </ac:spMkLst>
        </pc:spChg>
        <pc:spChg chg="mod">
          <ac:chgData name="David BH" userId="2e3cfd3ca921f314" providerId="LiveId" clId="{15D362C4-ACB9-4D34-B8DF-7BD87B071497}" dt="2024-09-23T22:25:35.218" v="8432"/>
          <ac:spMkLst>
            <pc:docMk/>
            <pc:sldMk cId="2492003566" sldId="319"/>
            <ac:spMk id="391" creationId="{076F2DD9-2FE5-FE6F-A49A-3EC6B1DB6FF8}"/>
          </ac:spMkLst>
        </pc:spChg>
        <pc:spChg chg="mod">
          <ac:chgData name="David BH" userId="2e3cfd3ca921f314" providerId="LiveId" clId="{15D362C4-ACB9-4D34-B8DF-7BD87B071497}" dt="2024-09-23T22:27:36.454" v="8460" actId="207"/>
          <ac:spMkLst>
            <pc:docMk/>
            <pc:sldMk cId="2492003566" sldId="319"/>
            <ac:spMk id="393" creationId="{FF240071-C3DC-3B29-04B7-120FF299A464}"/>
          </ac:spMkLst>
        </pc:spChg>
        <pc:spChg chg="mod">
          <ac:chgData name="David BH" userId="2e3cfd3ca921f314" providerId="LiveId" clId="{15D362C4-ACB9-4D34-B8DF-7BD87B071497}" dt="2024-09-23T22:27:36.454" v="8460" actId="207"/>
          <ac:spMkLst>
            <pc:docMk/>
            <pc:sldMk cId="2492003566" sldId="319"/>
            <ac:spMk id="395" creationId="{122DE882-536C-7D9D-1AA5-81F335356D42}"/>
          </ac:spMkLst>
        </pc:spChg>
        <pc:spChg chg="mod">
          <ac:chgData name="David BH" userId="2e3cfd3ca921f314" providerId="LiveId" clId="{15D362C4-ACB9-4D34-B8DF-7BD87B071497}" dt="2024-09-23T22:27:36.454" v="8460" actId="207"/>
          <ac:spMkLst>
            <pc:docMk/>
            <pc:sldMk cId="2492003566" sldId="319"/>
            <ac:spMk id="396" creationId="{5DAB9A2C-4512-371A-F71E-6BB2DC5B5A40}"/>
          </ac:spMkLst>
        </pc:spChg>
        <pc:spChg chg="mod">
          <ac:chgData name="David BH" userId="2e3cfd3ca921f314" providerId="LiveId" clId="{15D362C4-ACB9-4D34-B8DF-7BD87B071497}" dt="2024-09-23T22:27:36.454" v="8460" actId="207"/>
          <ac:spMkLst>
            <pc:docMk/>
            <pc:sldMk cId="2492003566" sldId="319"/>
            <ac:spMk id="397" creationId="{B29E239A-1FAB-E34F-470E-CDFCC99E1381}"/>
          </ac:spMkLst>
        </pc:spChg>
        <pc:spChg chg="mod">
          <ac:chgData name="David BH" userId="2e3cfd3ca921f314" providerId="LiveId" clId="{15D362C4-ACB9-4D34-B8DF-7BD87B071497}" dt="2024-09-23T22:27:36.454" v="8460" actId="207"/>
          <ac:spMkLst>
            <pc:docMk/>
            <pc:sldMk cId="2492003566" sldId="319"/>
            <ac:spMk id="398" creationId="{5B5A3BB7-2AA6-9AF7-F1AB-5986A1B06CDF}"/>
          </ac:spMkLst>
        </pc:spChg>
        <pc:spChg chg="mod">
          <ac:chgData name="David BH" userId="2e3cfd3ca921f314" providerId="LiveId" clId="{15D362C4-ACB9-4D34-B8DF-7BD87B071497}" dt="2024-09-23T22:27:36.454" v="8460" actId="207"/>
          <ac:spMkLst>
            <pc:docMk/>
            <pc:sldMk cId="2492003566" sldId="319"/>
            <ac:spMk id="399" creationId="{42719461-C526-7086-0A9E-50C35A1F6C39}"/>
          </ac:spMkLst>
        </pc:spChg>
        <pc:spChg chg="add">
          <ac:chgData name="David BH" userId="2e3cfd3ca921f314" providerId="LiveId" clId="{15D362C4-ACB9-4D34-B8DF-7BD87B071497}" dt="2024-09-23T22:34:40.221" v="8549"/>
          <ac:spMkLst>
            <pc:docMk/>
            <pc:sldMk cId="2492003566" sldId="319"/>
            <ac:spMk id="404" creationId="{45D98D3E-7A2C-1A19-3089-9A0D1C311ACC}"/>
          </ac:spMkLst>
        </pc:spChg>
        <pc:spChg chg="add">
          <ac:chgData name="David BH" userId="2e3cfd3ca921f314" providerId="LiveId" clId="{15D362C4-ACB9-4D34-B8DF-7BD87B071497}" dt="2024-09-23T22:34:44.394" v="8550"/>
          <ac:spMkLst>
            <pc:docMk/>
            <pc:sldMk cId="2492003566" sldId="319"/>
            <ac:spMk id="405" creationId="{54CFE426-49AC-FACE-C310-056F4509F2E1}"/>
          </ac:spMkLst>
        </pc:spChg>
        <pc:spChg chg="add del mod">
          <ac:chgData name="David BH" userId="2e3cfd3ca921f314" providerId="LiveId" clId="{15D362C4-ACB9-4D34-B8DF-7BD87B071497}" dt="2024-09-23T22:38:31.544" v="8570" actId="478"/>
          <ac:spMkLst>
            <pc:docMk/>
            <pc:sldMk cId="2492003566" sldId="319"/>
            <ac:spMk id="406" creationId="{C366590A-4BE6-3BC0-F56D-8F21229545BD}"/>
          </ac:spMkLst>
        </pc:spChg>
        <pc:spChg chg="add del mod">
          <ac:chgData name="David BH" userId="2e3cfd3ca921f314" providerId="LiveId" clId="{15D362C4-ACB9-4D34-B8DF-7BD87B071497}" dt="2024-09-23T22:38:31.544" v="8570" actId="478"/>
          <ac:spMkLst>
            <pc:docMk/>
            <pc:sldMk cId="2492003566" sldId="319"/>
            <ac:spMk id="407" creationId="{437F018D-EE24-C57C-9CC4-3AA25FA068CD}"/>
          </ac:spMkLst>
        </pc:spChg>
        <pc:spChg chg="add del">
          <ac:chgData name="David BH" userId="2e3cfd3ca921f314" providerId="LiveId" clId="{15D362C4-ACB9-4D34-B8DF-7BD87B071497}" dt="2024-09-23T22:37:19.444" v="8557" actId="22"/>
          <ac:spMkLst>
            <pc:docMk/>
            <pc:sldMk cId="2492003566" sldId="319"/>
            <ac:spMk id="409" creationId="{253C643C-5CE9-AAF8-5EAA-D23603F2C942}"/>
          </ac:spMkLst>
        </pc:spChg>
        <pc:spChg chg="add">
          <ac:chgData name="David BH" userId="2e3cfd3ca921f314" providerId="LiveId" clId="{15D362C4-ACB9-4D34-B8DF-7BD87B071497}" dt="2024-09-23T22:37:26.308" v="8558"/>
          <ac:spMkLst>
            <pc:docMk/>
            <pc:sldMk cId="2492003566" sldId="319"/>
            <ac:spMk id="410" creationId="{6DD2E003-02FB-FD7A-C72D-2DA88E34303D}"/>
          </ac:spMkLst>
        </pc:spChg>
        <pc:spChg chg="add">
          <ac:chgData name="David BH" userId="2e3cfd3ca921f314" providerId="LiveId" clId="{15D362C4-ACB9-4D34-B8DF-7BD87B071497}" dt="2024-09-23T22:37:30.095" v="8559"/>
          <ac:spMkLst>
            <pc:docMk/>
            <pc:sldMk cId="2492003566" sldId="319"/>
            <ac:spMk id="411" creationId="{6E6BFA78-B46F-B797-AF44-ED48663360CB}"/>
          </ac:spMkLst>
        </pc:spChg>
        <pc:spChg chg="add">
          <ac:chgData name="David BH" userId="2e3cfd3ca921f314" providerId="LiveId" clId="{15D362C4-ACB9-4D34-B8DF-7BD87B071497}" dt="2024-09-23T22:37:38.296" v="8560"/>
          <ac:spMkLst>
            <pc:docMk/>
            <pc:sldMk cId="2492003566" sldId="319"/>
            <ac:spMk id="412" creationId="{D1814DB2-E3FB-6B12-FF19-005034A7CFAB}"/>
          </ac:spMkLst>
        </pc:spChg>
        <pc:spChg chg="add del">
          <ac:chgData name="David BH" userId="2e3cfd3ca921f314" providerId="LiveId" clId="{15D362C4-ACB9-4D34-B8DF-7BD87B071497}" dt="2024-09-23T22:37:49.611" v="8563" actId="22"/>
          <ac:spMkLst>
            <pc:docMk/>
            <pc:sldMk cId="2492003566" sldId="319"/>
            <ac:spMk id="414" creationId="{2F668252-33E6-3981-2C7E-2898A995B1E5}"/>
          </ac:spMkLst>
        </pc:spChg>
        <pc:spChg chg="add">
          <ac:chgData name="David BH" userId="2e3cfd3ca921f314" providerId="LiveId" clId="{15D362C4-ACB9-4D34-B8DF-7BD87B071497}" dt="2024-09-23T22:38:24.041" v="8564"/>
          <ac:spMkLst>
            <pc:docMk/>
            <pc:sldMk cId="2492003566" sldId="319"/>
            <ac:spMk id="415" creationId="{AE854C8E-C256-4C19-C769-D69C2E36BB84}"/>
          </ac:spMkLst>
        </pc:spChg>
        <pc:spChg chg="add mod">
          <ac:chgData name="David BH" userId="2e3cfd3ca921f314" providerId="LiveId" clId="{15D362C4-ACB9-4D34-B8DF-7BD87B071497}" dt="2024-09-23T22:38:27.038" v="8568"/>
          <ac:spMkLst>
            <pc:docMk/>
            <pc:sldMk cId="2492003566" sldId="319"/>
            <ac:spMk id="416" creationId="{2199678F-6C3A-946B-4D33-663467676FF1}"/>
          </ac:spMkLst>
        </pc:spChg>
        <pc:spChg chg="add mod">
          <ac:chgData name="David BH" userId="2e3cfd3ca921f314" providerId="LiveId" clId="{15D362C4-ACB9-4D34-B8DF-7BD87B071497}" dt="2024-09-23T22:38:26.821" v="8567"/>
          <ac:spMkLst>
            <pc:docMk/>
            <pc:sldMk cId="2492003566" sldId="319"/>
            <ac:spMk id="417" creationId="{87C8BAE4-BF42-66E0-9926-8221CC1BEF99}"/>
          </ac:spMkLst>
        </pc:spChg>
        <pc:spChg chg="add">
          <ac:chgData name="David BH" userId="2e3cfd3ca921f314" providerId="LiveId" clId="{15D362C4-ACB9-4D34-B8DF-7BD87B071497}" dt="2024-09-23T22:39:03.064" v="8572"/>
          <ac:spMkLst>
            <pc:docMk/>
            <pc:sldMk cId="2492003566" sldId="319"/>
            <ac:spMk id="418" creationId="{6237CD59-5E6C-FCB5-974B-B2DBF7286346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48" creationId="{62142764-D1B9-1E8A-4F61-6252E4494599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49" creationId="{101FB533-AF8B-8310-D0C7-2F1019AE9496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52" creationId="{A947BC0D-FDB5-7E9C-8F81-E0464F7C34AD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53" creationId="{7D916307-7356-A096-A236-9A531B98A44F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55" creationId="{75636D5A-E0CD-804C-F9B4-4AA8CA14BFD1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56" creationId="{2CFCE601-C04F-5A09-32EF-FFD82E1FA048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58" creationId="{D12418D6-8F82-E1AF-AAFD-B4F3E2705FA0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59" creationId="{067E2FB5-9E6C-9988-39BF-0A5A1E9568FC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60" creationId="{E90860EE-950D-6CAA-8C11-1A5359C87180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61" creationId="{DEDC0942-353C-F90C-0C09-CEDE551D1B2B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63" creationId="{20826BAD-7352-2717-99DC-FF1D8B09B74D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64" creationId="{08854CAD-3964-8B1E-866D-53F93FCD591D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65" creationId="{7D5D6F2E-0FB5-4837-53D7-C8C2F8E15967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66" creationId="{80401510-8DB6-DA09-AC08-6D06F7CB77F8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68" creationId="{5E297673-B1F1-E0F3-9DC6-FC442624DA02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69" creationId="{34B9BA24-83F0-03F5-90B4-472A23C31575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70" creationId="{24C11BCF-180B-F752-DF18-CAD814D01E55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72" creationId="{45497688-2BDC-1802-C4FF-4491A27C7A1F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73" creationId="{2A42D7C7-C649-558D-953D-45646CFC8826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74" creationId="{8380B5EC-497E-81CF-7F9C-118357293A0A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75" creationId="{47FEEC3D-F04B-88FF-A721-787DDA7398C5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76" creationId="{8579DFB1-E0C8-2337-F3F7-07AAB706807F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77" creationId="{446A6676-CF2B-207C-9A1F-8D505A0502AC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78" creationId="{F5325C20-31ED-29DA-76B6-BB77BEBE47E4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79" creationId="{1BF61C32-0A58-6807-C921-C64ABB135EE6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80" creationId="{CFB787C8-2FF2-F94F-760F-0CAB3F8E15DA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81" creationId="{D59BA8DB-079E-3ABA-084C-CF9D85A59E1B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82" creationId="{A1EC5F6D-1059-AF7E-72B5-2C68BCF9925A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83" creationId="{0979A299-19E2-CCF0-75EC-982866618FE0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85" creationId="{0EC48A44-2A4F-F68F-00B0-FFD8E13DCD85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86" creationId="{AABA20A8-AAE8-8129-501D-8E1E0DD69932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87" creationId="{6A66223D-B673-330B-D1D2-AD87CDDE1E78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88" creationId="{5673E314-5DA1-A7B2-8C8D-0B066D712A4A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89" creationId="{FBD3D1B8-C341-BC0B-1EBB-436DADE213ED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90" creationId="{4D2467E6-0C78-DF80-AB7A-892FA3276BFB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91" creationId="{1872A802-E1EC-8A1E-E51C-80B7535AA068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92" creationId="{BAA8903A-8F60-4C80-5143-7E14CFDF65A4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94" creationId="{14DEA198-462F-0DF5-BEA0-E9E3A90BD643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95" creationId="{6CDD12B2-7283-5E38-3D0C-DADF9F7BEE2E}"/>
          </ac:spMkLst>
        </pc:spChg>
        <pc:spChg chg="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96" creationId="{DC9428EE-1B83-2127-ED62-B1D69B56B223}"/>
          </ac:spMkLst>
        </pc:spChg>
        <pc:spChg chg="add mod">
          <ac:chgData name="David BH" userId="2e3cfd3ca921f314" providerId="LiveId" clId="{15D362C4-ACB9-4D34-B8DF-7BD87B071497}" dt="2024-09-23T23:05:15.796" v="9105" actId="14100"/>
          <ac:spMkLst>
            <pc:docMk/>
            <pc:sldMk cId="2492003566" sldId="319"/>
            <ac:spMk id="2097" creationId="{0F274557-8A54-D596-974C-DB434CE4FAFF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06" creationId="{D5F4224C-8FB2-67AE-0FFE-766C52CC6031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07" creationId="{07BFF3FE-987E-5D88-77B4-E42D34455E7B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09" creationId="{E92A006A-B80C-8417-9CD0-8D68331E1D52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10" creationId="{EC17C6C8-FDF9-B159-99D5-19318B488D4A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12" creationId="{365B752B-2F0C-7F37-2BC7-7075839782D6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13" creationId="{7025073B-9D6C-3ACF-16BC-E3BB03D04874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15" creationId="{52356070-B7B4-E6BE-FD7C-2EBAB27B4F60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16" creationId="{C77AE122-606E-726F-0879-44ADB46075AB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18" creationId="{5221B7AE-BBB1-188D-0C47-532038B9AABC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20" creationId="{2E7EC198-CD4B-E1B6-2FBE-25CA631FDDBA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21" creationId="{D115C83E-7563-99C1-08A7-0B3B305F52F3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22" creationId="{FC6D2F0F-9A42-F69A-CD6F-3FB7BCA7A5DE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25" creationId="{1D4195C7-CF75-F367-653D-CACE392E3D15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26" creationId="{BB58882B-595F-C249-60F8-A4A5E446194C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27" creationId="{EB49E304-3FF7-8FC2-DDB1-AAC46E41788A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28" creationId="{B3317ABE-B674-8919-94E3-D7FB360867EC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29" creationId="{100288CC-B401-3C7B-077C-A9D9E2B0B6ED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30" creationId="{C4420835-F9B2-D44B-BF4E-D0BDE94A4F7F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31" creationId="{6C3A8A17-D874-5E0C-16F1-A742C7E9B843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32" creationId="{93D3072B-9479-970C-FCBC-29D7BE869B6C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33" creationId="{DB48A3BA-EF24-9756-D5AB-927A2B4C13B7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34" creationId="{392D7404-D7F4-1268-4129-211FD1EC576B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35" creationId="{CA5DE182-4E8A-8932-72F9-B8771B0130B1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36" creationId="{85963F93-ED03-5630-EE32-A26C16F5D42F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37" creationId="{65C24CF0-DBD0-F48F-7803-578C9A29F275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38" creationId="{C4FB1E46-BCE2-D33D-57A8-82D76DE038B7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39" creationId="{B282A8A8-054D-9132-7B77-54CABFF6849D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40" creationId="{7024EC29-0EE4-74EB-3BD2-7F9EC0C62336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41" creationId="{36D6645F-5F61-9C83-DAC1-8F4D60AF0435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42" creationId="{DE8C7715-3103-0D95-DF0D-C14A806AE9B4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43" creationId="{A2FB5F2E-5439-EB9F-E4D9-377E8491B7D6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44" creationId="{0D422E27-1B73-37CC-E3C1-629F652CD258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45" creationId="{C5C168AE-BBE9-A64F-98F1-9E6632B28AD1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46" creationId="{5F7E427A-9257-EBF5-C8C7-638E9420551E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47" creationId="{8F339597-B58E-FD53-5CD5-97AB9CD5AAEB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48" creationId="{A5DB1B98-571F-FE5A-8A30-294045F931ED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49" creationId="{F5313871-84B4-5F3C-5070-7EDB234FDD04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50" creationId="{0BFDBFEB-B921-7636-047B-903859883573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51" creationId="{1BC23DF0-DFE1-B259-2C71-96D517334A09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52" creationId="{89DF8AEB-0904-FA44-254D-F4DFA10E7B74}"/>
          </ac:spMkLst>
        </pc:spChg>
        <pc:spChg chg="mod">
          <ac:chgData name="David BH" userId="2e3cfd3ca921f314" providerId="LiveId" clId="{15D362C4-ACB9-4D34-B8DF-7BD87B071497}" dt="2024-09-23T23:27:39.412" v="9304" actId="14100"/>
          <ac:spMkLst>
            <pc:docMk/>
            <pc:sldMk cId="2492003566" sldId="319"/>
            <ac:spMk id="2153" creationId="{254F3256-CA51-C0F8-6BC5-C9F3459CD6B1}"/>
          </ac:spMkLst>
        </pc:spChg>
        <pc:grpChg chg="add mod">
          <ac:chgData name="David BH" userId="2e3cfd3ca921f314" providerId="LiveId" clId="{15D362C4-ACB9-4D34-B8DF-7BD87B071497}" dt="2024-09-23T19:11:33.262" v="4943"/>
          <ac:grpSpMkLst>
            <pc:docMk/>
            <pc:sldMk cId="2492003566" sldId="319"/>
            <ac:grpSpMk id="10" creationId="{4A9F36C1-6D02-0340-2259-6636BFF7942A}"/>
          </ac:grpSpMkLst>
        </pc:grpChg>
        <pc:grpChg chg="mod">
          <ac:chgData name="David BH" userId="2e3cfd3ca921f314" providerId="LiveId" clId="{15D362C4-ACB9-4D34-B8DF-7BD87B071497}" dt="2024-09-23T19:11:33.262" v="4943"/>
          <ac:grpSpMkLst>
            <pc:docMk/>
            <pc:sldMk cId="2492003566" sldId="319"/>
            <ac:grpSpMk id="17" creationId="{7EC6900B-5519-63F5-2CBB-F35A7EA2050E}"/>
          </ac:grpSpMkLst>
        </pc:grpChg>
        <pc:grpChg chg="add mod">
          <ac:chgData name="David BH" userId="2e3cfd3ca921f314" providerId="LiveId" clId="{15D362C4-ACB9-4D34-B8DF-7BD87B071497}" dt="2024-09-23T19:11:33.262" v="4943"/>
          <ac:grpSpMkLst>
            <pc:docMk/>
            <pc:sldMk cId="2492003566" sldId="319"/>
            <ac:grpSpMk id="53" creationId="{FA9E4DFD-EBBA-6915-532D-9685BE3DA426}"/>
          </ac:grpSpMkLst>
        </pc:grpChg>
        <pc:grpChg chg="add mod">
          <ac:chgData name="David BH" userId="2e3cfd3ca921f314" providerId="LiveId" clId="{15D362C4-ACB9-4D34-B8DF-7BD87B071497}" dt="2024-09-23T19:11:33.262" v="4943"/>
          <ac:grpSpMkLst>
            <pc:docMk/>
            <pc:sldMk cId="2492003566" sldId="319"/>
            <ac:grpSpMk id="99" creationId="{14487D2B-B761-F84F-C558-A765872AD4F5}"/>
          </ac:grpSpMkLst>
        </pc:grpChg>
        <pc:grpChg chg="add mod">
          <ac:chgData name="David BH" userId="2e3cfd3ca921f314" providerId="LiveId" clId="{15D362C4-ACB9-4D34-B8DF-7BD87B071497}" dt="2024-09-23T19:11:33.262" v="4943"/>
          <ac:grpSpMkLst>
            <pc:docMk/>
            <pc:sldMk cId="2492003566" sldId="319"/>
            <ac:grpSpMk id="103" creationId="{14CB6B9A-9A1C-F6A3-4183-B3DA4D02D099}"/>
          </ac:grpSpMkLst>
        </pc:grpChg>
        <pc:grpChg chg="add del mod">
          <ac:chgData name="David BH" userId="2e3cfd3ca921f314" providerId="LiveId" clId="{15D362C4-ACB9-4D34-B8DF-7BD87B071497}" dt="2024-09-23T19:11:58.772" v="4946" actId="478"/>
          <ac:grpSpMkLst>
            <pc:docMk/>
            <pc:sldMk cId="2492003566" sldId="319"/>
            <ac:grpSpMk id="112" creationId="{F3277998-CEA5-5293-116C-400FDDCF63F6}"/>
          </ac:grpSpMkLst>
        </pc:grpChg>
        <pc:grpChg chg="mod">
          <ac:chgData name="David BH" userId="2e3cfd3ca921f314" providerId="LiveId" clId="{15D362C4-ACB9-4D34-B8DF-7BD87B071497}" dt="2024-09-23T19:11:40.951" v="4944"/>
          <ac:grpSpMkLst>
            <pc:docMk/>
            <pc:sldMk cId="2492003566" sldId="319"/>
            <ac:grpSpMk id="119" creationId="{6B35DA09-946E-8A94-B70F-BB789DEEE6FF}"/>
          </ac:grpSpMkLst>
        </pc:grpChg>
        <pc:grpChg chg="add del mod">
          <ac:chgData name="David BH" userId="2e3cfd3ca921f314" providerId="LiveId" clId="{15D362C4-ACB9-4D34-B8DF-7BD87B071497}" dt="2024-09-23T19:11:56.079" v="4945" actId="478"/>
          <ac:grpSpMkLst>
            <pc:docMk/>
            <pc:sldMk cId="2492003566" sldId="319"/>
            <ac:grpSpMk id="155" creationId="{A275C85D-BA07-787B-52BF-AE1069989D63}"/>
          </ac:grpSpMkLst>
        </pc:grpChg>
        <pc:grpChg chg="add del mod">
          <ac:chgData name="David BH" userId="2e3cfd3ca921f314" providerId="LiveId" clId="{15D362C4-ACB9-4D34-B8DF-7BD87B071497}" dt="2024-09-23T22:17:36.487" v="8329" actId="478"/>
          <ac:grpSpMkLst>
            <pc:docMk/>
            <pc:sldMk cId="2492003566" sldId="319"/>
            <ac:grpSpMk id="201" creationId="{AC3DDBCC-62EF-C8CD-D3AC-9919D09B0FF8}"/>
          </ac:grpSpMkLst>
        </pc:grpChg>
        <pc:grpChg chg="add del mod">
          <ac:chgData name="David BH" userId="2e3cfd3ca921f314" providerId="LiveId" clId="{15D362C4-ACB9-4D34-B8DF-7BD87B071497}" dt="2024-09-23T22:07:43.934" v="8188" actId="478"/>
          <ac:grpSpMkLst>
            <pc:docMk/>
            <pc:sldMk cId="2492003566" sldId="319"/>
            <ac:grpSpMk id="205" creationId="{19688CC6-EB35-28A3-6DED-96BAED52AF80}"/>
          </ac:grpSpMkLst>
        </pc:grpChg>
        <pc:grpChg chg="add del mod">
          <ac:chgData name="David BH" userId="2e3cfd3ca921f314" providerId="LiveId" clId="{15D362C4-ACB9-4D34-B8DF-7BD87B071497}" dt="2024-09-23T22:09:33.382" v="8300" actId="478"/>
          <ac:grpSpMkLst>
            <pc:docMk/>
            <pc:sldMk cId="2492003566" sldId="319"/>
            <ac:grpSpMk id="227" creationId="{C16E582B-A637-EE30-CE00-3AC5E114BB76}"/>
          </ac:grpSpMkLst>
        </pc:grpChg>
        <pc:grpChg chg="add del mod ord">
          <ac:chgData name="David BH" userId="2e3cfd3ca921f314" providerId="LiveId" clId="{15D362C4-ACB9-4D34-B8DF-7BD87B071497}" dt="2024-09-23T19:56:05.748" v="5847" actId="478"/>
          <ac:grpSpMkLst>
            <pc:docMk/>
            <pc:sldMk cId="2492003566" sldId="319"/>
            <ac:grpSpMk id="254" creationId="{9E81952F-B12A-2A1E-4AAE-E7234E74EDEF}"/>
          </ac:grpSpMkLst>
        </pc:grpChg>
        <pc:grpChg chg="add del mod ord">
          <ac:chgData name="David BH" userId="2e3cfd3ca921f314" providerId="LiveId" clId="{15D362C4-ACB9-4D34-B8DF-7BD87B071497}" dt="2024-09-23T19:56:04.225" v="5846" actId="478"/>
          <ac:grpSpMkLst>
            <pc:docMk/>
            <pc:sldMk cId="2492003566" sldId="319"/>
            <ac:grpSpMk id="257" creationId="{0FEDFE86-0969-D618-C69E-8C8450B06990}"/>
          </ac:grpSpMkLst>
        </pc:grpChg>
        <pc:grpChg chg="add del mod">
          <ac:chgData name="David BH" userId="2e3cfd3ca921f314" providerId="LiveId" clId="{15D362C4-ACB9-4D34-B8DF-7BD87B071497}" dt="2024-09-23T20:20:51.686" v="6435" actId="478"/>
          <ac:grpSpMkLst>
            <pc:docMk/>
            <pc:sldMk cId="2492003566" sldId="319"/>
            <ac:grpSpMk id="261" creationId="{A2FEA45D-6698-F21E-ECFC-69C5E30A2B19}"/>
          </ac:grpSpMkLst>
        </pc:grpChg>
        <pc:grpChg chg="add del mod">
          <ac:chgData name="David BH" userId="2e3cfd3ca921f314" providerId="LiveId" clId="{15D362C4-ACB9-4D34-B8DF-7BD87B071497}" dt="2024-09-23T20:09:06.130" v="6294" actId="478"/>
          <ac:grpSpMkLst>
            <pc:docMk/>
            <pc:sldMk cId="2492003566" sldId="319"/>
            <ac:grpSpMk id="264" creationId="{6410E740-23B9-1EED-22E1-0277CDAB9581}"/>
          </ac:grpSpMkLst>
        </pc:grpChg>
        <pc:grpChg chg="add del mod">
          <ac:chgData name="David BH" userId="2e3cfd3ca921f314" providerId="LiveId" clId="{15D362C4-ACB9-4D34-B8DF-7BD87B071497}" dt="2024-09-23T20:52:19.129" v="6830" actId="478"/>
          <ac:grpSpMkLst>
            <pc:docMk/>
            <pc:sldMk cId="2492003566" sldId="319"/>
            <ac:grpSpMk id="286" creationId="{A5BC4DE5-405A-E932-8CB2-3C12D444D056}"/>
          </ac:grpSpMkLst>
        </pc:grpChg>
        <pc:grpChg chg="add del mod">
          <ac:chgData name="David BH" userId="2e3cfd3ca921f314" providerId="LiveId" clId="{15D362C4-ACB9-4D34-B8DF-7BD87B071497}" dt="2024-09-23T20:09:07.013" v="6295" actId="478"/>
          <ac:grpSpMkLst>
            <pc:docMk/>
            <pc:sldMk cId="2492003566" sldId="319"/>
            <ac:grpSpMk id="289" creationId="{7E3D48B9-3DA7-12B1-20AC-1540EDCDE0E2}"/>
          </ac:grpSpMkLst>
        </pc:grpChg>
        <pc:grpChg chg="add del mod">
          <ac:chgData name="David BH" userId="2e3cfd3ca921f314" providerId="LiveId" clId="{15D362C4-ACB9-4D34-B8DF-7BD87B071497}" dt="2024-09-23T21:32:37.454" v="7645" actId="478"/>
          <ac:grpSpMkLst>
            <pc:docMk/>
            <pc:sldMk cId="2492003566" sldId="319"/>
            <ac:grpSpMk id="294" creationId="{C051EF70-CB67-C878-DF78-7D5A4ECA6F0A}"/>
          </ac:grpSpMkLst>
        </pc:grpChg>
        <pc:grpChg chg="add del mod">
          <ac:chgData name="David BH" userId="2e3cfd3ca921f314" providerId="LiveId" clId="{15D362C4-ACB9-4D34-B8DF-7BD87B071497}" dt="2024-09-23T20:09:11.367" v="6298" actId="478"/>
          <ac:grpSpMkLst>
            <pc:docMk/>
            <pc:sldMk cId="2492003566" sldId="319"/>
            <ac:grpSpMk id="297" creationId="{A5A6CBD5-E7D8-E98E-D4D3-4895B2E59CD4}"/>
          </ac:grpSpMkLst>
        </pc:grpChg>
        <pc:grpChg chg="add del mod">
          <ac:chgData name="David BH" userId="2e3cfd3ca921f314" providerId="LiveId" clId="{15D362C4-ACB9-4D34-B8DF-7BD87B071497}" dt="2024-09-23T22:06:25.335" v="8177" actId="478"/>
          <ac:grpSpMkLst>
            <pc:docMk/>
            <pc:sldMk cId="2492003566" sldId="319"/>
            <ac:grpSpMk id="335" creationId="{09EF1555-D70A-61CA-8737-3234459D7F49}"/>
          </ac:grpSpMkLst>
        </pc:grpChg>
        <pc:grpChg chg="add mod">
          <ac:chgData name="David BH" userId="2e3cfd3ca921f314" providerId="LiveId" clId="{15D362C4-ACB9-4D34-B8DF-7BD87B071497}" dt="2024-09-23T22:07:11.088" v="8181"/>
          <ac:grpSpMkLst>
            <pc:docMk/>
            <pc:sldMk cId="2492003566" sldId="319"/>
            <ac:grpSpMk id="341" creationId="{EAB5BDBA-A5F4-3392-2902-57BD7FF24141}"/>
          </ac:grpSpMkLst>
        </pc:grpChg>
        <pc:grpChg chg="add del mod">
          <ac:chgData name="David BH" userId="2e3cfd3ca921f314" providerId="LiveId" clId="{15D362C4-ACB9-4D34-B8DF-7BD87B071497}" dt="2024-09-23T22:17:30.949" v="8328" actId="478"/>
          <ac:grpSpMkLst>
            <pc:docMk/>
            <pc:sldMk cId="2492003566" sldId="319"/>
            <ac:grpSpMk id="345" creationId="{6D21827D-8EAF-2DE0-05D0-13F2E02CE540}"/>
          </ac:grpSpMkLst>
        </pc:grpChg>
        <pc:grpChg chg="add mod">
          <ac:chgData name="David BH" userId="2e3cfd3ca921f314" providerId="LiveId" clId="{15D362C4-ACB9-4D34-B8DF-7BD87B071497}" dt="2024-09-23T22:08:34.101" v="8246"/>
          <ac:grpSpMkLst>
            <pc:docMk/>
            <pc:sldMk cId="2492003566" sldId="319"/>
            <ac:grpSpMk id="352" creationId="{DFF791C2-E7C0-64DC-F5B0-FCFC36875ECD}"/>
          </ac:grpSpMkLst>
        </pc:grpChg>
        <pc:grpChg chg="add del mod">
          <ac:chgData name="David BH" userId="2e3cfd3ca921f314" providerId="LiveId" clId="{15D362C4-ACB9-4D34-B8DF-7BD87B071497}" dt="2024-09-23T22:39:42.347" v="8575" actId="478"/>
          <ac:grpSpMkLst>
            <pc:docMk/>
            <pc:sldMk cId="2492003566" sldId="319"/>
            <ac:grpSpMk id="356" creationId="{E9B5E33B-197C-E0E2-08D6-D71C901E339F}"/>
          </ac:grpSpMkLst>
        </pc:grpChg>
        <pc:grpChg chg="add del mod">
          <ac:chgData name="David BH" userId="2e3cfd3ca921f314" providerId="LiveId" clId="{15D362C4-ACB9-4D34-B8DF-7BD87B071497}" dt="2024-09-23T23:27:35.354" v="9302" actId="1037"/>
          <ac:grpSpMkLst>
            <pc:docMk/>
            <pc:sldMk cId="2492003566" sldId="319"/>
            <ac:grpSpMk id="372" creationId="{51020800-B07D-FFAA-2571-9EEDF0FCFFCD}"/>
          </ac:grpSpMkLst>
        </pc:grpChg>
        <pc:grpChg chg="mod">
          <ac:chgData name="David BH" userId="2e3cfd3ca921f314" providerId="LiveId" clId="{15D362C4-ACB9-4D34-B8DF-7BD87B071497}" dt="2024-09-23T22:28:24.135" v="8468" actId="207"/>
          <ac:grpSpMkLst>
            <pc:docMk/>
            <pc:sldMk cId="2492003566" sldId="319"/>
            <ac:grpSpMk id="374" creationId="{D6FF7EDD-A345-A88F-4F6D-20F29F048263}"/>
          </ac:grpSpMkLst>
        </pc:grpChg>
        <pc:grpChg chg="add del mod">
          <ac:chgData name="David BH" userId="2e3cfd3ca921f314" providerId="LiveId" clId="{15D362C4-ACB9-4D34-B8DF-7BD87B071497}" dt="2024-09-23T22:25:33.375" v="8431" actId="478"/>
          <ac:grpSpMkLst>
            <pc:docMk/>
            <pc:sldMk cId="2492003566" sldId="319"/>
            <ac:grpSpMk id="380" creationId="{5761517C-EA7B-38C8-5633-0068A0BF4642}"/>
          </ac:grpSpMkLst>
        </pc:grpChg>
        <pc:grpChg chg="add mod">
          <ac:chgData name="David BH" userId="2e3cfd3ca921f314" providerId="LiveId" clId="{15D362C4-ACB9-4D34-B8DF-7BD87B071497}" dt="2024-09-23T23:27:35.354" v="9302" actId="1037"/>
          <ac:grpSpMkLst>
            <pc:docMk/>
            <pc:sldMk cId="2492003566" sldId="319"/>
            <ac:grpSpMk id="388" creationId="{8D31CCB7-0C24-E0CF-0BCB-E37BDF0E78B9}"/>
          </ac:grpSpMkLst>
        </pc:grpChg>
        <pc:grpChg chg="add del mod ord">
          <ac:chgData name="David BH" userId="2e3cfd3ca921f314" providerId="LiveId" clId="{15D362C4-ACB9-4D34-B8DF-7BD87B071497}" dt="2024-09-23T22:28:29.422" v="8469" actId="1076"/>
          <ac:grpSpMkLst>
            <pc:docMk/>
            <pc:sldMk cId="2492003566" sldId="319"/>
            <ac:grpSpMk id="392" creationId="{34526C19-61B3-FA83-68DA-61E8CD2B71AC}"/>
          </ac:grpSpMkLst>
        </pc:grpChg>
        <pc:grpChg chg="mod">
          <ac:chgData name="David BH" userId="2e3cfd3ca921f314" providerId="LiveId" clId="{15D362C4-ACB9-4D34-B8DF-7BD87B071497}" dt="2024-09-23T22:27:36.454" v="8460" actId="207"/>
          <ac:grpSpMkLst>
            <pc:docMk/>
            <pc:sldMk cId="2492003566" sldId="319"/>
            <ac:grpSpMk id="394" creationId="{830DED67-2866-CF8F-D0E1-4811FB88287F}"/>
          </ac:grpSpMkLst>
        </pc:grpChg>
        <pc:grpChg chg="add mod">
          <ac:chgData name="David BH" userId="2e3cfd3ca921f314" providerId="LiveId" clId="{15D362C4-ACB9-4D34-B8DF-7BD87B071497}" dt="2024-09-23T23:05:15.796" v="9105" actId="14100"/>
          <ac:grpSpMkLst>
            <pc:docMk/>
            <pc:sldMk cId="2492003566" sldId="319"/>
            <ac:grpSpMk id="2051" creationId="{AD4FC9B3-8EDC-CB0A-1601-6B86BDB77F9E}"/>
          </ac:grpSpMkLst>
        </pc:grpChg>
        <pc:grpChg chg="add mod">
          <ac:chgData name="David BH" userId="2e3cfd3ca921f314" providerId="LiveId" clId="{15D362C4-ACB9-4D34-B8DF-7BD87B071497}" dt="2024-09-23T23:05:15.796" v="9105" actId="14100"/>
          <ac:grpSpMkLst>
            <pc:docMk/>
            <pc:sldMk cId="2492003566" sldId="319"/>
            <ac:grpSpMk id="2057" creationId="{9A546F35-8639-5692-3B9E-780125A05E6A}"/>
          </ac:grpSpMkLst>
        </pc:grpChg>
        <pc:grpChg chg="add mod">
          <ac:chgData name="David BH" userId="2e3cfd3ca921f314" providerId="LiveId" clId="{15D362C4-ACB9-4D34-B8DF-7BD87B071497}" dt="2024-09-23T23:05:15.796" v="9105" actId="14100"/>
          <ac:grpSpMkLst>
            <pc:docMk/>
            <pc:sldMk cId="2492003566" sldId="319"/>
            <ac:grpSpMk id="2062" creationId="{1CB60C3E-BCA2-18D4-C98D-B9CABE9FBD4B}"/>
          </ac:grpSpMkLst>
        </pc:grpChg>
        <pc:grpChg chg="add mod">
          <ac:chgData name="David BH" userId="2e3cfd3ca921f314" providerId="LiveId" clId="{15D362C4-ACB9-4D34-B8DF-7BD87B071497}" dt="2024-09-23T23:05:15.796" v="9105" actId="14100"/>
          <ac:grpSpMkLst>
            <pc:docMk/>
            <pc:sldMk cId="2492003566" sldId="319"/>
            <ac:grpSpMk id="2067" creationId="{B38C858E-346A-314E-8D6B-C1273774DDE9}"/>
          </ac:grpSpMkLst>
        </pc:grpChg>
        <pc:grpChg chg="add mod">
          <ac:chgData name="David BH" userId="2e3cfd3ca921f314" providerId="LiveId" clId="{15D362C4-ACB9-4D34-B8DF-7BD87B071497}" dt="2024-09-23T23:05:15.796" v="9105" actId="14100"/>
          <ac:grpSpMkLst>
            <pc:docMk/>
            <pc:sldMk cId="2492003566" sldId="319"/>
            <ac:grpSpMk id="2071" creationId="{01B33C4F-7E96-83A6-32B5-2F94F94A40B0}"/>
          </ac:grpSpMkLst>
        </pc:grpChg>
        <pc:grpChg chg="add mod">
          <ac:chgData name="David BH" userId="2e3cfd3ca921f314" providerId="LiveId" clId="{15D362C4-ACB9-4D34-B8DF-7BD87B071497}" dt="2024-09-23T23:05:15.796" v="9105" actId="14100"/>
          <ac:grpSpMkLst>
            <pc:docMk/>
            <pc:sldMk cId="2492003566" sldId="319"/>
            <ac:grpSpMk id="2084" creationId="{B8AB07FF-E3D4-3A63-72CE-4A5B88F7108D}"/>
          </ac:grpSpMkLst>
        </pc:grpChg>
        <pc:grpChg chg="add mod">
          <ac:chgData name="David BH" userId="2e3cfd3ca921f314" providerId="LiveId" clId="{15D362C4-ACB9-4D34-B8DF-7BD87B071497}" dt="2024-09-23T23:05:15.796" v="9105" actId="14100"/>
          <ac:grpSpMkLst>
            <pc:docMk/>
            <pc:sldMk cId="2492003566" sldId="319"/>
            <ac:grpSpMk id="2093" creationId="{8A69AE81-9671-558D-E58B-1D73597DF8B9}"/>
          </ac:grpSpMkLst>
        </pc:grpChg>
        <pc:grpChg chg="add del mod">
          <ac:chgData name="David BH" userId="2e3cfd3ca921f314" providerId="LiveId" clId="{15D362C4-ACB9-4D34-B8DF-7BD87B071497}" dt="2024-09-23T23:34:49.492" v="9528" actId="478"/>
          <ac:grpSpMkLst>
            <pc:docMk/>
            <pc:sldMk cId="2492003566" sldId="319"/>
            <ac:grpSpMk id="2105" creationId="{6EBB4ED6-33BC-5758-1B3C-BF7144480ACE}"/>
          </ac:grpSpMkLst>
        </pc:grpChg>
        <pc:grpChg chg="mod">
          <ac:chgData name="David BH" userId="2e3cfd3ca921f314" providerId="LiveId" clId="{15D362C4-ACB9-4D34-B8DF-7BD87B071497}" dt="2024-09-23T23:27:39.412" v="9304" actId="14100"/>
          <ac:grpSpMkLst>
            <pc:docMk/>
            <pc:sldMk cId="2492003566" sldId="319"/>
            <ac:grpSpMk id="2108" creationId="{F2709400-6D27-0D89-5397-A33F8AA503E4}"/>
          </ac:grpSpMkLst>
        </pc:grpChg>
        <pc:grpChg chg="mod">
          <ac:chgData name="David BH" userId="2e3cfd3ca921f314" providerId="LiveId" clId="{15D362C4-ACB9-4D34-B8DF-7BD87B071497}" dt="2024-09-23T23:27:39.412" v="9304" actId="14100"/>
          <ac:grpSpMkLst>
            <pc:docMk/>
            <pc:sldMk cId="2492003566" sldId="319"/>
            <ac:grpSpMk id="2111" creationId="{3153BAF4-8096-0DC1-F519-13B49D88BB68}"/>
          </ac:grpSpMkLst>
        </pc:grpChg>
        <pc:grpChg chg="mod">
          <ac:chgData name="David BH" userId="2e3cfd3ca921f314" providerId="LiveId" clId="{15D362C4-ACB9-4D34-B8DF-7BD87B071497}" dt="2024-09-23T23:27:39.412" v="9304" actId="14100"/>
          <ac:grpSpMkLst>
            <pc:docMk/>
            <pc:sldMk cId="2492003566" sldId="319"/>
            <ac:grpSpMk id="2114" creationId="{AB2D981E-8545-7075-CD05-E96F09202377}"/>
          </ac:grpSpMkLst>
        </pc:grpChg>
        <pc:grpChg chg="mod">
          <ac:chgData name="David BH" userId="2e3cfd3ca921f314" providerId="LiveId" clId="{15D362C4-ACB9-4D34-B8DF-7BD87B071497}" dt="2024-09-23T23:27:39.412" v="9304" actId="14100"/>
          <ac:grpSpMkLst>
            <pc:docMk/>
            <pc:sldMk cId="2492003566" sldId="319"/>
            <ac:grpSpMk id="2117" creationId="{782B304D-11B5-01E0-7979-460A95DAE203}"/>
          </ac:grpSpMkLst>
        </pc:grpChg>
        <pc:grpChg chg="mod">
          <ac:chgData name="David BH" userId="2e3cfd3ca921f314" providerId="LiveId" clId="{15D362C4-ACB9-4D34-B8DF-7BD87B071497}" dt="2024-09-23T23:27:39.412" v="9304" actId="14100"/>
          <ac:grpSpMkLst>
            <pc:docMk/>
            <pc:sldMk cId="2492003566" sldId="319"/>
            <ac:grpSpMk id="2119" creationId="{74B2B957-A498-6490-7F10-F2F47CC80845}"/>
          </ac:grpSpMkLst>
        </pc:grpChg>
        <pc:grpChg chg="mod">
          <ac:chgData name="David BH" userId="2e3cfd3ca921f314" providerId="LiveId" clId="{15D362C4-ACB9-4D34-B8DF-7BD87B071497}" dt="2024-09-23T23:27:39.412" v="9304" actId="14100"/>
          <ac:grpSpMkLst>
            <pc:docMk/>
            <pc:sldMk cId="2492003566" sldId="319"/>
            <ac:grpSpMk id="2123" creationId="{A02FB1CF-979B-98AB-A951-95B527FFCF49}"/>
          </ac:grpSpMkLst>
        </pc:grpChg>
        <pc:grpChg chg="mod">
          <ac:chgData name="David BH" userId="2e3cfd3ca921f314" providerId="LiveId" clId="{15D362C4-ACB9-4D34-B8DF-7BD87B071497}" dt="2024-09-23T23:27:39.412" v="9304" actId="14100"/>
          <ac:grpSpMkLst>
            <pc:docMk/>
            <pc:sldMk cId="2492003566" sldId="319"/>
            <ac:grpSpMk id="2124" creationId="{556CE13A-576C-BD01-F210-3DAB0361B46B}"/>
          </ac:grpSpMkLst>
        </pc:grpChg>
        <pc:graphicFrameChg chg="add del modGraphic">
          <ac:chgData name="David BH" userId="2e3cfd3ca921f314" providerId="LiveId" clId="{15D362C4-ACB9-4D34-B8DF-7BD87B071497}" dt="2024-09-23T19:08:11.840" v="4911" actId="478"/>
          <ac:graphicFrameMkLst>
            <pc:docMk/>
            <pc:sldMk cId="2492003566" sldId="319"/>
            <ac:graphicFrameMk id="5" creationId="{E7B706BB-327C-3359-A252-B694103355CC}"/>
          </ac:graphicFrameMkLst>
        </pc:graphicFrameChg>
        <pc:graphicFrameChg chg="add del mod">
          <ac:chgData name="David BH" userId="2e3cfd3ca921f314" providerId="LiveId" clId="{15D362C4-ACB9-4D34-B8DF-7BD87B071497}" dt="2024-09-23T19:08:07.968" v="4910" actId="478"/>
          <ac:graphicFrameMkLst>
            <pc:docMk/>
            <pc:sldMk cId="2492003566" sldId="319"/>
            <ac:graphicFrameMk id="6" creationId="{232E69F5-0599-6AF4-DDFB-CEC34C20B427}"/>
          </ac:graphicFrameMkLst>
        </pc:graphicFrameChg>
        <pc:graphicFrameChg chg="add del mod">
          <ac:chgData name="David BH" userId="2e3cfd3ca921f314" providerId="LiveId" clId="{15D362C4-ACB9-4D34-B8DF-7BD87B071497}" dt="2024-09-23T19:40:27.372" v="5631" actId="478"/>
          <ac:graphicFrameMkLst>
            <pc:docMk/>
            <pc:sldMk cId="2492003566" sldId="319"/>
            <ac:graphicFrameMk id="246" creationId="{B0E53B2F-EF9D-EACA-5AFC-C73354CA05AB}"/>
          </ac:graphicFrameMkLst>
        </pc:graphicFrameChg>
        <pc:graphicFrameChg chg="add mod">
          <ac:chgData name="David BH" userId="2e3cfd3ca921f314" providerId="LiveId" clId="{15D362C4-ACB9-4D34-B8DF-7BD87B071497}" dt="2024-09-23T19:40:27.894" v="5632"/>
          <ac:graphicFrameMkLst>
            <pc:docMk/>
            <pc:sldMk cId="2492003566" sldId="319"/>
            <ac:graphicFrameMk id="247" creationId="{3E31D39D-0CCE-FFCE-F386-1FE10248F93B}"/>
          </ac:graphicFrameMkLst>
        </pc:graphicFrameChg>
        <pc:graphicFrameChg chg="add del mod">
          <ac:chgData name="David BH" userId="2e3cfd3ca921f314" providerId="LiveId" clId="{15D362C4-ACB9-4D34-B8DF-7BD87B071497}" dt="2024-09-23T19:43:13.433" v="5650" actId="478"/>
          <ac:graphicFrameMkLst>
            <pc:docMk/>
            <pc:sldMk cId="2492003566" sldId="319"/>
            <ac:graphicFrameMk id="248" creationId="{365453F1-9995-EDE8-5A2E-4D2F0BF9043D}"/>
          </ac:graphicFrameMkLst>
        </pc:graphicFrameChg>
        <pc:graphicFrameChg chg="add del mod">
          <ac:chgData name="David BH" userId="2e3cfd3ca921f314" providerId="LiveId" clId="{15D362C4-ACB9-4D34-B8DF-7BD87B071497}" dt="2024-09-23T23:19:42.741" v="9233" actId="478"/>
          <ac:graphicFrameMkLst>
            <pc:docMk/>
            <pc:sldMk cId="2492003566" sldId="319"/>
            <ac:graphicFrameMk id="2098" creationId="{A06C8F02-CFC9-2962-3BF7-66CB04F3770F}"/>
          </ac:graphicFrameMkLst>
        </pc:graphicFrameChg>
        <pc:graphicFrameChg chg="add del mod">
          <ac:chgData name="David BH" userId="2e3cfd3ca921f314" providerId="LiveId" clId="{15D362C4-ACB9-4D34-B8DF-7BD87B071497}" dt="2024-09-23T23:21:11.826" v="9249" actId="478"/>
          <ac:graphicFrameMkLst>
            <pc:docMk/>
            <pc:sldMk cId="2492003566" sldId="319"/>
            <ac:graphicFrameMk id="2099" creationId="{03DA5CBF-ABD0-A788-E346-15D6D561AE8D}"/>
          </ac:graphicFrameMkLst>
        </pc:graphicFrameChg>
        <pc:graphicFrameChg chg="add del mod">
          <ac:chgData name="David BH" userId="2e3cfd3ca921f314" providerId="LiveId" clId="{15D362C4-ACB9-4D34-B8DF-7BD87B071497}" dt="2024-09-23T23:23:04.713" v="9255" actId="478"/>
          <ac:graphicFrameMkLst>
            <pc:docMk/>
            <pc:sldMk cId="2492003566" sldId="319"/>
            <ac:graphicFrameMk id="2102" creationId="{248B3215-694C-97BA-CDDA-C91437D36474}"/>
          </ac:graphicFrameMkLst>
        </pc:graphicFrameChg>
        <pc:graphicFrameChg chg="add mod">
          <ac:chgData name="David BH" userId="2e3cfd3ca921f314" providerId="LiveId" clId="{15D362C4-ACB9-4D34-B8DF-7BD87B071497}" dt="2024-09-23T23:23:32.585" v="9258"/>
          <ac:graphicFrameMkLst>
            <pc:docMk/>
            <pc:sldMk cId="2492003566" sldId="319"/>
            <ac:graphicFrameMk id="2103" creationId="{5CDE2D17-009C-B269-18DC-74F21CC42843}"/>
          </ac:graphicFrameMkLst>
        </pc:graphicFrameChg>
        <pc:graphicFrameChg chg="add del mod">
          <ac:chgData name="David BH" userId="2e3cfd3ca921f314" providerId="LiveId" clId="{15D362C4-ACB9-4D34-B8DF-7BD87B071497}" dt="2024-09-23T23:25:00.810" v="9274" actId="478"/>
          <ac:graphicFrameMkLst>
            <pc:docMk/>
            <pc:sldMk cId="2492003566" sldId="319"/>
            <ac:graphicFrameMk id="2104" creationId="{F5356488-985C-236B-B281-E886E58A883D}"/>
          </ac:graphicFrameMkLst>
        </pc:graphicFrameChg>
        <pc:graphicFrameChg chg="add mod">
          <ac:chgData name="David BH" userId="2e3cfd3ca921f314" providerId="LiveId" clId="{15D362C4-ACB9-4D34-B8DF-7BD87B071497}" dt="2024-09-24T00:24:32.584" v="9703" actId="14100"/>
          <ac:graphicFrameMkLst>
            <pc:docMk/>
            <pc:sldMk cId="2492003566" sldId="319"/>
            <ac:graphicFrameMk id="2154" creationId="{FE0D2BA5-7096-43AE-36CC-3A616F18B6A8}"/>
          </ac:graphicFrameMkLst>
        </pc:graphicFrameChg>
        <pc:picChg chg="add del">
          <ac:chgData name="David BH" userId="2e3cfd3ca921f314" providerId="LiveId" clId="{15D362C4-ACB9-4D34-B8DF-7BD87B071497}" dt="2024-09-23T19:50:01.291" v="5691" actId="21"/>
          <ac:picMkLst>
            <pc:docMk/>
            <pc:sldMk cId="2492003566" sldId="319"/>
            <ac:picMk id="250" creationId="{E62B3E2B-6CCC-4AB4-C6DD-FC9E661554E0}"/>
          </ac:picMkLst>
        </pc:picChg>
        <pc:picChg chg="add">
          <ac:chgData name="David BH" userId="2e3cfd3ca921f314" providerId="LiveId" clId="{15D362C4-ACB9-4D34-B8DF-7BD87B071497}" dt="2024-09-23T19:50:03.501" v="5692"/>
          <ac:picMkLst>
            <pc:docMk/>
            <pc:sldMk cId="2492003566" sldId="319"/>
            <ac:picMk id="251" creationId="{BC0A2BC8-AF86-4017-8906-FCE60C0A47D7}"/>
          </ac:picMkLst>
        </pc:picChg>
        <pc:picChg chg="add mod">
          <ac:chgData name="David BH" userId="2e3cfd3ca921f314" providerId="LiveId" clId="{15D362C4-ACB9-4D34-B8DF-7BD87B071497}" dt="2024-09-23T19:50:08.667" v="5693"/>
          <ac:picMkLst>
            <pc:docMk/>
            <pc:sldMk cId="2492003566" sldId="319"/>
            <ac:picMk id="252" creationId="{F43FEF63-F9A3-D8A2-63A3-7B48DB9186DC}"/>
          </ac:picMkLst>
        </pc:picChg>
        <pc:picChg chg="add del mod">
          <ac:chgData name="David BH" userId="2e3cfd3ca921f314" providerId="LiveId" clId="{15D362C4-ACB9-4D34-B8DF-7BD87B071497}" dt="2024-09-23T22:06:26.261" v="8178" actId="478"/>
          <ac:picMkLst>
            <pc:docMk/>
            <pc:sldMk cId="2492003566" sldId="319"/>
            <ac:picMk id="334" creationId="{6591A09C-CE2E-ECAD-1F01-81ECCBE58C5F}"/>
          </ac:picMkLst>
        </pc:picChg>
        <pc:picChg chg="add mod">
          <ac:chgData name="David BH" userId="2e3cfd3ca921f314" providerId="LiveId" clId="{15D362C4-ACB9-4D34-B8DF-7BD87B071497}" dt="2024-09-23T23:27:35.354" v="9302" actId="1037"/>
          <ac:picMkLst>
            <pc:docMk/>
            <pc:sldMk cId="2492003566" sldId="319"/>
            <ac:picMk id="420" creationId="{82EA29C2-01BD-4C9D-38F0-00195B834996}"/>
          </ac:picMkLst>
        </pc:picChg>
        <pc:picChg chg="add del mod">
          <ac:chgData name="David BH" userId="2e3cfd3ca921f314" providerId="LiveId" clId="{15D362C4-ACB9-4D34-B8DF-7BD87B071497}" dt="2024-09-23T22:32:28.345" v="8548" actId="478"/>
          <ac:picMkLst>
            <pc:docMk/>
            <pc:sldMk cId="2492003566" sldId="319"/>
            <ac:picMk id="2050" creationId="{130E73AF-C725-7DF2-EB32-A01F5412DADE}"/>
          </ac:picMkLst>
        </pc:picChg>
        <pc:picChg chg="add del mod">
          <ac:chgData name="David BH" userId="2e3cfd3ca921f314" providerId="LiveId" clId="{15D362C4-ACB9-4D34-B8DF-7BD87B071497}" dt="2024-09-23T22:38:31.544" v="8570" actId="478"/>
          <ac:picMkLst>
            <pc:docMk/>
            <pc:sldMk cId="2492003566" sldId="319"/>
            <ac:picMk id="2054" creationId="{8C7D7E03-5464-B38F-EA98-E0B5A4E0D059}"/>
          </ac:picMkLst>
        </pc:picChg>
        <pc:cxnChg chg="add mod">
          <ac:chgData name="David BH" userId="2e3cfd3ca921f314" providerId="LiveId" clId="{15D362C4-ACB9-4D34-B8DF-7BD87B071497}" dt="2024-09-23T19:11:33.262" v="4943"/>
          <ac:cxnSpMkLst>
            <pc:docMk/>
            <pc:sldMk cId="2492003566" sldId="319"/>
            <ac:cxnSpMk id="107" creationId="{085E25BA-DB55-E150-3055-FC16E4361B04}"/>
          </ac:cxnSpMkLst>
        </pc:cxnChg>
        <pc:cxnChg chg="add mod">
          <ac:chgData name="David BH" userId="2e3cfd3ca921f314" providerId="LiveId" clId="{15D362C4-ACB9-4D34-B8DF-7BD87B071497}" dt="2024-09-23T19:11:33.262" v="4943"/>
          <ac:cxnSpMkLst>
            <pc:docMk/>
            <pc:sldMk cId="2492003566" sldId="319"/>
            <ac:cxnSpMk id="108" creationId="{F0822D95-ABBE-20CB-DACF-1FFDF0E7F21A}"/>
          </ac:cxnSpMkLst>
        </pc:cxnChg>
        <pc:cxnChg chg="add mod">
          <ac:chgData name="David BH" userId="2e3cfd3ca921f314" providerId="LiveId" clId="{15D362C4-ACB9-4D34-B8DF-7BD87B071497}" dt="2024-09-23T23:27:35.354" v="9302" actId="1037"/>
          <ac:cxnSpMkLst>
            <pc:docMk/>
            <pc:sldMk cId="2492003566" sldId="319"/>
            <ac:cxnSpMk id="209" creationId="{73F9818D-8961-FBB4-4D32-C15EAADC5207}"/>
          </ac:cxnSpMkLst>
        </pc:cxnChg>
        <pc:cxnChg chg="add mod">
          <ac:chgData name="David BH" userId="2e3cfd3ca921f314" providerId="LiveId" clId="{15D362C4-ACB9-4D34-B8DF-7BD87B071497}" dt="2024-09-23T22:47:27.534" v="8691" actId="1582"/>
          <ac:cxnSpMkLst>
            <pc:docMk/>
            <pc:sldMk cId="2492003566" sldId="319"/>
            <ac:cxnSpMk id="210" creationId="{F7D2A683-8339-EED1-2A89-EC41A76054F3}"/>
          </ac:cxnSpMkLst>
        </pc:cxnChg>
        <pc:cxnChg chg="add mod">
          <ac:chgData name="David BH" userId="2e3cfd3ca921f314" providerId="LiveId" clId="{15D362C4-ACB9-4D34-B8DF-7BD87B071497}" dt="2024-09-23T23:27:35.354" v="9302" actId="1037"/>
          <ac:cxnSpMkLst>
            <pc:docMk/>
            <pc:sldMk cId="2492003566" sldId="319"/>
            <ac:cxnSpMk id="231" creationId="{9E89D4CD-F3CA-406C-0D33-93CB2FF0FF5D}"/>
          </ac:cxnSpMkLst>
        </pc:cxnChg>
        <pc:cxnChg chg="add del mod">
          <ac:chgData name="David BH" userId="2e3cfd3ca921f314" providerId="LiveId" clId="{15D362C4-ACB9-4D34-B8DF-7BD87B071497}" dt="2024-09-23T20:01:57.347" v="6022" actId="11529"/>
          <ac:cxnSpMkLst>
            <pc:docMk/>
            <pc:sldMk cId="2492003566" sldId="319"/>
            <ac:cxnSpMk id="268" creationId="{09FEB787-91E1-4209-127B-B182D6B59868}"/>
          </ac:cxnSpMkLst>
        </pc:cxnChg>
        <pc:cxnChg chg="add del mod ord">
          <ac:chgData name="David BH" userId="2e3cfd3ca921f314" providerId="LiveId" clId="{15D362C4-ACB9-4D34-B8DF-7BD87B071497}" dt="2024-09-23T22:43:15.361" v="8637" actId="478"/>
          <ac:cxnSpMkLst>
            <pc:docMk/>
            <pc:sldMk cId="2492003566" sldId="319"/>
            <ac:cxnSpMk id="273" creationId="{5B17E338-B174-6B9F-F8DA-AE00001AE22F}"/>
          </ac:cxnSpMkLst>
        </pc:cxnChg>
        <pc:cxnChg chg="add del mod">
          <ac:chgData name="David BH" userId="2e3cfd3ca921f314" providerId="LiveId" clId="{15D362C4-ACB9-4D34-B8DF-7BD87B071497}" dt="2024-09-23T23:00:46.054" v="9010" actId="478"/>
          <ac:cxnSpMkLst>
            <pc:docMk/>
            <pc:sldMk cId="2492003566" sldId="319"/>
            <ac:cxnSpMk id="292" creationId="{72D85BB5-D57E-A992-7F25-F899ABACD670}"/>
          </ac:cxnSpMkLst>
        </pc:cxnChg>
        <pc:cxnChg chg="add del mod">
          <ac:chgData name="David BH" userId="2e3cfd3ca921f314" providerId="LiveId" clId="{15D362C4-ACB9-4D34-B8DF-7BD87B071497}" dt="2024-09-23T22:43:17.575" v="8638" actId="478"/>
          <ac:cxnSpMkLst>
            <pc:docMk/>
            <pc:sldMk cId="2492003566" sldId="319"/>
            <ac:cxnSpMk id="300" creationId="{F11B08EA-A425-4603-F33A-B2D506AED3E8}"/>
          </ac:cxnSpMkLst>
        </pc:cxnChg>
        <pc:cxnChg chg="add mod">
          <ac:chgData name="David BH" userId="2e3cfd3ca921f314" providerId="LiveId" clId="{15D362C4-ACB9-4D34-B8DF-7BD87B071497}" dt="2024-09-23T23:27:35.354" v="9302" actId="1037"/>
          <ac:cxnSpMkLst>
            <pc:docMk/>
            <pc:sldMk cId="2492003566" sldId="319"/>
            <ac:cxnSpMk id="422" creationId="{DEA17A71-882B-C060-7476-25C966711314}"/>
          </ac:cxnSpMkLst>
        </pc:cxnChg>
        <pc:cxnChg chg="add del mod">
          <ac:chgData name="David BH" userId="2e3cfd3ca921f314" providerId="LiveId" clId="{15D362C4-ACB9-4D34-B8DF-7BD87B071497}" dt="2024-09-23T23:00:44.635" v="9009" actId="21"/>
          <ac:cxnSpMkLst>
            <pc:docMk/>
            <pc:sldMk cId="2492003566" sldId="319"/>
            <ac:cxnSpMk id="425" creationId="{9B4C9E65-515C-51D7-CE56-46F04C895B01}"/>
          </ac:cxnSpMkLst>
        </pc:cxnChg>
        <pc:cxnChg chg="add mod">
          <ac:chgData name="David BH" userId="2e3cfd3ca921f314" providerId="LiveId" clId="{15D362C4-ACB9-4D34-B8DF-7BD87B071497}" dt="2024-09-23T23:27:35.354" v="9302" actId="1037"/>
          <ac:cxnSpMkLst>
            <pc:docMk/>
            <pc:sldMk cId="2492003566" sldId="319"/>
            <ac:cxnSpMk id="440" creationId="{9B4C9E65-515C-51D7-CE56-46F04C895B01}"/>
          </ac:cxnSpMkLst>
        </pc:cxnChg>
        <pc:cxnChg chg="add mod">
          <ac:chgData name="David BH" userId="2e3cfd3ca921f314" providerId="LiveId" clId="{15D362C4-ACB9-4D34-B8DF-7BD87B071497}" dt="2024-09-23T23:27:35.354" v="9302" actId="1037"/>
          <ac:cxnSpMkLst>
            <pc:docMk/>
            <pc:sldMk cId="2492003566" sldId="319"/>
            <ac:cxnSpMk id="443" creationId="{55C5B9C2-9A3C-BE45-6CAE-3E16A24035E8}"/>
          </ac:cxnSpMkLst>
        </pc:cxnChg>
      </pc:sldChg>
      <pc:sldChg chg="addSp delSp modSp add del mod">
        <pc:chgData name="David BH" userId="2e3cfd3ca921f314" providerId="LiveId" clId="{15D362C4-ACB9-4D34-B8DF-7BD87B071497}" dt="2024-09-24T21:04:32.324" v="11411" actId="1036"/>
        <pc:sldMkLst>
          <pc:docMk/>
          <pc:sldMk cId="0" sldId="320"/>
        </pc:sldMkLst>
        <pc:spChg chg="add del mod">
          <ac:chgData name="David BH" userId="2e3cfd3ca921f314" providerId="LiveId" clId="{15D362C4-ACB9-4D34-B8DF-7BD87B071497}" dt="2024-09-24T18:47:51.367" v="9826" actId="478"/>
          <ac:spMkLst>
            <pc:docMk/>
            <pc:sldMk cId="0" sldId="320"/>
            <ac:spMk id="12" creationId="{0BF0FB8B-1DC9-8801-0454-4C194997C97C}"/>
          </ac:spMkLst>
        </pc:spChg>
        <pc:spChg chg="add mod">
          <ac:chgData name="David BH" userId="2e3cfd3ca921f314" providerId="LiveId" clId="{15D362C4-ACB9-4D34-B8DF-7BD87B071497}" dt="2024-09-24T19:00:32.741" v="9914"/>
          <ac:spMkLst>
            <pc:docMk/>
            <pc:sldMk cId="0" sldId="320"/>
            <ac:spMk id="14" creationId="{BA684797-9B9D-7BE1-94E0-673494C772A9}"/>
          </ac:spMkLst>
        </pc:spChg>
        <pc:spChg chg="add mod">
          <ac:chgData name="David BH" userId="2e3cfd3ca921f314" providerId="LiveId" clId="{15D362C4-ACB9-4D34-B8DF-7BD87B071497}" dt="2024-09-24T21:01:04.367" v="11376" actId="122"/>
          <ac:spMkLst>
            <pc:docMk/>
            <pc:sldMk cId="0" sldId="320"/>
            <ac:spMk id="15" creationId="{9CA18EFC-F112-2BBD-FFC2-22592C4270A8}"/>
          </ac:spMkLst>
        </pc:spChg>
        <pc:spChg chg="add mod">
          <ac:chgData name="David BH" userId="2e3cfd3ca921f314" providerId="LiveId" clId="{15D362C4-ACB9-4D34-B8DF-7BD87B071497}" dt="2024-09-24T19:08:02.504" v="10067"/>
          <ac:spMkLst>
            <pc:docMk/>
            <pc:sldMk cId="0" sldId="320"/>
            <ac:spMk id="16" creationId="{69E1AA3D-EF86-B66F-8A81-D07FB78A41FB}"/>
          </ac:spMkLst>
        </pc:spChg>
        <pc:spChg chg="add mod ord">
          <ac:chgData name="David BH" userId="2e3cfd3ca921f314" providerId="LiveId" clId="{15D362C4-ACB9-4D34-B8DF-7BD87B071497}" dt="2024-09-24T21:04:02.055" v="11406" actId="14100"/>
          <ac:spMkLst>
            <pc:docMk/>
            <pc:sldMk cId="0" sldId="320"/>
            <ac:spMk id="17" creationId="{FC3B54FF-9A8D-33D8-C71C-E42F65F668AA}"/>
          </ac:spMkLst>
        </pc:spChg>
        <pc:spChg chg="add del mod">
          <ac:chgData name="David BH" userId="2e3cfd3ca921f314" providerId="LiveId" clId="{15D362C4-ACB9-4D34-B8DF-7BD87B071497}" dt="2024-09-24T21:04:32.324" v="11411" actId="1036"/>
          <ac:spMkLst>
            <pc:docMk/>
            <pc:sldMk cId="0" sldId="320"/>
            <ac:spMk id="24" creationId="{F170F75C-94CF-8533-860B-7F90961B82B5}"/>
          </ac:spMkLst>
        </pc:spChg>
        <pc:spChg chg="del">
          <ac:chgData name="David BH" userId="2e3cfd3ca921f314" providerId="LiveId" clId="{15D362C4-ACB9-4D34-B8DF-7BD87B071497}" dt="2024-09-24T18:47:48.871" v="9824" actId="478"/>
          <ac:spMkLst>
            <pc:docMk/>
            <pc:sldMk cId="0" sldId="320"/>
            <ac:spMk id="525" creationId="{00000000-0000-0000-0000-000000000000}"/>
          </ac:spMkLst>
        </pc:spChg>
        <pc:spChg chg="mod">
          <ac:chgData name="David BH" userId="2e3cfd3ca921f314" providerId="LiveId" clId="{15D362C4-ACB9-4D34-B8DF-7BD87B071497}" dt="2024-09-24T18:03:29.363" v="9711" actId="20577"/>
          <ac:spMkLst>
            <pc:docMk/>
            <pc:sldMk cId="0" sldId="320"/>
            <ac:spMk id="577" creationId="{00000000-0000-0000-0000-000000000000}"/>
          </ac:spMkLst>
        </pc:spChg>
        <pc:grpChg chg="del">
          <ac:chgData name="David BH" userId="2e3cfd3ca921f314" providerId="LiveId" clId="{15D362C4-ACB9-4D34-B8DF-7BD87B071497}" dt="2024-09-24T18:03:41.843" v="9718" actId="478"/>
          <ac:grpSpMkLst>
            <pc:docMk/>
            <pc:sldMk cId="0" sldId="320"/>
            <ac:grpSpMk id="526" creationId="{00000000-0000-0000-0000-000000000000}"/>
          </ac:grpSpMkLst>
        </pc:grpChg>
        <pc:grpChg chg="del">
          <ac:chgData name="David BH" userId="2e3cfd3ca921f314" providerId="LiveId" clId="{15D362C4-ACB9-4D34-B8DF-7BD87B071497}" dt="2024-09-24T18:03:27.436" v="9709" actId="478"/>
          <ac:grpSpMkLst>
            <pc:docMk/>
            <pc:sldMk cId="0" sldId="320"/>
            <ac:grpSpMk id="529" creationId="{00000000-0000-0000-0000-000000000000}"/>
          </ac:grpSpMkLst>
        </pc:grpChg>
        <pc:grpChg chg="del">
          <ac:chgData name="David BH" userId="2e3cfd3ca921f314" providerId="LiveId" clId="{15D362C4-ACB9-4D34-B8DF-7BD87B071497}" dt="2024-09-24T18:03:24.173" v="9708" actId="478"/>
          <ac:grpSpMkLst>
            <pc:docMk/>
            <pc:sldMk cId="0" sldId="320"/>
            <ac:grpSpMk id="566" creationId="{00000000-0000-0000-0000-000000000000}"/>
          </ac:grpSpMkLst>
        </pc:grpChg>
        <pc:grpChg chg="del">
          <ac:chgData name="David BH" userId="2e3cfd3ca921f314" providerId="LiveId" clId="{15D362C4-ACB9-4D34-B8DF-7BD87B071497}" dt="2024-09-24T18:03:23.234" v="9707" actId="478"/>
          <ac:grpSpMkLst>
            <pc:docMk/>
            <pc:sldMk cId="0" sldId="320"/>
            <ac:grpSpMk id="570" creationId="{00000000-0000-0000-0000-000000000000}"/>
          </ac:grpSpMkLst>
        </pc:grpChg>
        <pc:grpChg chg="del">
          <ac:chgData name="David BH" userId="2e3cfd3ca921f314" providerId="LiveId" clId="{15D362C4-ACB9-4D34-B8DF-7BD87B071497}" dt="2024-09-24T18:03:31.213" v="9712" actId="478"/>
          <ac:grpSpMkLst>
            <pc:docMk/>
            <pc:sldMk cId="0" sldId="320"/>
            <ac:grpSpMk id="574" creationId="{00000000-0000-0000-0000-000000000000}"/>
          </ac:grpSpMkLst>
        </pc:grpChg>
        <pc:grpChg chg="del">
          <ac:chgData name="David BH" userId="2e3cfd3ca921f314" providerId="LiveId" clId="{15D362C4-ACB9-4D34-B8DF-7BD87B071497}" dt="2024-09-24T18:03:28.633" v="9710" actId="478"/>
          <ac:grpSpMkLst>
            <pc:docMk/>
            <pc:sldMk cId="0" sldId="320"/>
            <ac:grpSpMk id="578" creationId="{00000000-0000-0000-0000-000000000000}"/>
          </ac:grpSpMkLst>
        </pc:grpChg>
        <pc:graphicFrameChg chg="add del mod modGraphic">
          <ac:chgData name="David BH" userId="2e3cfd3ca921f314" providerId="LiveId" clId="{15D362C4-ACB9-4D34-B8DF-7BD87B071497}" dt="2024-09-24T18:04:45.204" v="9765" actId="478"/>
          <ac:graphicFrameMkLst>
            <pc:docMk/>
            <pc:sldMk cId="0" sldId="320"/>
            <ac:graphicFrameMk id="2" creationId="{3F574AE5-B9A4-6D6F-E9F1-07F9DBD1B621}"/>
          </ac:graphicFrameMkLst>
        </pc:graphicFrameChg>
        <pc:graphicFrameChg chg="add del mod modGraphic">
          <ac:chgData name="David BH" userId="2e3cfd3ca921f314" providerId="LiveId" clId="{15D362C4-ACB9-4D34-B8DF-7BD87B071497}" dt="2024-09-24T18:06:28.213" v="9769" actId="478"/>
          <ac:graphicFrameMkLst>
            <pc:docMk/>
            <pc:sldMk cId="0" sldId="320"/>
            <ac:graphicFrameMk id="3" creationId="{88A208A0-0E95-65D5-E8EF-19D59AEEEF80}"/>
          </ac:graphicFrameMkLst>
        </pc:graphicFrameChg>
        <pc:graphicFrameChg chg="add del mod modGraphic">
          <ac:chgData name="David BH" userId="2e3cfd3ca921f314" providerId="LiveId" clId="{15D362C4-ACB9-4D34-B8DF-7BD87B071497}" dt="2024-09-24T18:10:36.085" v="9784" actId="478"/>
          <ac:graphicFrameMkLst>
            <pc:docMk/>
            <pc:sldMk cId="0" sldId="320"/>
            <ac:graphicFrameMk id="4" creationId="{493E4889-FC9C-95BF-147B-572547D5F766}"/>
          </ac:graphicFrameMkLst>
        </pc:graphicFrameChg>
        <pc:graphicFrameChg chg="add del mod modGraphic">
          <ac:chgData name="David BH" userId="2e3cfd3ca921f314" providerId="LiveId" clId="{15D362C4-ACB9-4D34-B8DF-7BD87B071497}" dt="2024-09-24T18:42:14.401" v="9794" actId="478"/>
          <ac:graphicFrameMkLst>
            <pc:docMk/>
            <pc:sldMk cId="0" sldId="320"/>
            <ac:graphicFrameMk id="7" creationId="{48F3A14C-1708-EA3F-EF43-EA19C3156511}"/>
          </ac:graphicFrameMkLst>
        </pc:graphicFrameChg>
        <pc:graphicFrameChg chg="add del mod">
          <ac:chgData name="David BH" userId="2e3cfd3ca921f314" providerId="LiveId" clId="{15D362C4-ACB9-4D34-B8DF-7BD87B071497}" dt="2024-09-24T18:43:49.851" v="9796" actId="478"/>
          <ac:graphicFrameMkLst>
            <pc:docMk/>
            <pc:sldMk cId="0" sldId="320"/>
            <ac:graphicFrameMk id="8" creationId="{4243EA0B-1BF7-E63A-950C-4563D1033F37}"/>
          </ac:graphicFrameMkLst>
        </pc:graphicFrameChg>
        <pc:graphicFrameChg chg="add mod">
          <ac:chgData name="David BH" userId="2e3cfd3ca921f314" providerId="LiveId" clId="{15D362C4-ACB9-4D34-B8DF-7BD87B071497}" dt="2024-09-24T18:44:31.222" v="9799" actId="14100"/>
          <ac:graphicFrameMkLst>
            <pc:docMk/>
            <pc:sldMk cId="0" sldId="320"/>
            <ac:graphicFrameMk id="9" creationId="{F9F549F5-3CBF-D4F8-4399-A74F3269A1FC}"/>
          </ac:graphicFrameMkLst>
        </pc:graphicFrameChg>
        <pc:graphicFrameChg chg="add del mod modGraphic">
          <ac:chgData name="David BH" userId="2e3cfd3ca921f314" providerId="LiveId" clId="{15D362C4-ACB9-4D34-B8DF-7BD87B071497}" dt="2024-09-24T18:50:55.824" v="9865" actId="478"/>
          <ac:graphicFrameMkLst>
            <pc:docMk/>
            <pc:sldMk cId="0" sldId="320"/>
            <ac:graphicFrameMk id="10" creationId="{A6177010-D474-DC95-17E2-E391620D4801}"/>
          </ac:graphicFrameMkLst>
        </pc:graphicFrameChg>
        <pc:graphicFrameChg chg="add del mod">
          <ac:chgData name="David BH" userId="2e3cfd3ca921f314" providerId="LiveId" clId="{15D362C4-ACB9-4D34-B8DF-7BD87B071497}" dt="2024-09-24T20:55:44.962" v="11125" actId="478"/>
          <ac:graphicFrameMkLst>
            <pc:docMk/>
            <pc:sldMk cId="0" sldId="320"/>
            <ac:graphicFrameMk id="13" creationId="{B73C8704-0813-77C7-5C79-D64D36AAF8F5}"/>
          </ac:graphicFrameMkLst>
        </pc:graphicFrameChg>
        <pc:graphicFrameChg chg="add mod modGraphic">
          <ac:chgData name="David BH" userId="2e3cfd3ca921f314" providerId="LiveId" clId="{15D362C4-ACB9-4D34-B8DF-7BD87B071497}" dt="2024-09-24T21:03:56.595" v="11405" actId="14100"/>
          <ac:graphicFrameMkLst>
            <pc:docMk/>
            <pc:sldMk cId="0" sldId="320"/>
            <ac:graphicFrameMk id="18" creationId="{83084D00-E160-AB6E-7D4B-049B3C40B93B}"/>
          </ac:graphicFrameMkLst>
        </pc:graphicFrameChg>
        <pc:graphicFrameChg chg="add mod">
          <ac:chgData name="David BH" userId="2e3cfd3ca921f314" providerId="LiveId" clId="{15D362C4-ACB9-4D34-B8DF-7BD87B071497}" dt="2024-09-24T21:04:10.721" v="11408" actId="14100"/>
          <ac:graphicFrameMkLst>
            <pc:docMk/>
            <pc:sldMk cId="0" sldId="320"/>
            <ac:graphicFrameMk id="23" creationId="{779DAEF2-33F9-E4B2-ECAD-A2BC28A4D7D6}"/>
          </ac:graphicFrameMkLst>
        </pc:graphicFrameChg>
        <pc:picChg chg="add mod">
          <ac:chgData name="David BH" userId="2e3cfd3ca921f314" providerId="LiveId" clId="{15D362C4-ACB9-4D34-B8DF-7BD87B071497}" dt="2024-09-24T21:04:06.339" v="11407" actId="1076"/>
          <ac:picMkLst>
            <pc:docMk/>
            <pc:sldMk cId="0" sldId="320"/>
            <ac:picMk id="20" creationId="{2545AEA8-648A-8F26-244D-7FEF59B08017}"/>
          </ac:picMkLst>
        </pc:picChg>
        <pc:cxnChg chg="add del">
          <ac:chgData name="David BH" userId="2e3cfd3ca921f314" providerId="LiveId" clId="{15D362C4-ACB9-4D34-B8DF-7BD87B071497}" dt="2024-09-24T20:54:03.118" v="11120" actId="11529"/>
          <ac:cxnSpMkLst>
            <pc:docMk/>
            <pc:sldMk cId="0" sldId="320"/>
            <ac:cxnSpMk id="22" creationId="{0D0CF1B6-40BB-1075-CC8B-68893471DBA5}"/>
          </ac:cxnSpMkLst>
        </pc:cxnChg>
        <pc:cxnChg chg="del mod">
          <ac:chgData name="David BH" userId="2e3cfd3ca921f314" providerId="LiveId" clId="{15D362C4-ACB9-4D34-B8DF-7BD87B071497}" dt="2024-09-24T18:03:47.505" v="9721" actId="478"/>
          <ac:cxnSpMkLst>
            <pc:docMk/>
            <pc:sldMk cId="0" sldId="320"/>
            <ac:cxnSpMk id="582" creationId="{00000000-0000-0000-0000-000000000000}"/>
          </ac:cxnSpMkLst>
        </pc:cxnChg>
        <pc:cxnChg chg="del mod">
          <ac:chgData name="David BH" userId="2e3cfd3ca921f314" providerId="LiveId" clId="{15D362C4-ACB9-4D34-B8DF-7BD87B071497}" dt="2024-09-24T18:03:43.088" v="9719" actId="478"/>
          <ac:cxnSpMkLst>
            <pc:docMk/>
            <pc:sldMk cId="0" sldId="320"/>
            <ac:cxnSpMk id="583" creationId="{00000000-0000-0000-0000-000000000000}"/>
          </ac:cxnSpMkLst>
        </pc:cxnChg>
        <pc:cxnChg chg="del mod">
          <ac:chgData name="David BH" userId="2e3cfd3ca921f314" providerId="LiveId" clId="{15D362C4-ACB9-4D34-B8DF-7BD87B071497}" dt="2024-09-24T18:03:40.495" v="9717" actId="478"/>
          <ac:cxnSpMkLst>
            <pc:docMk/>
            <pc:sldMk cId="0" sldId="320"/>
            <ac:cxnSpMk id="584" creationId="{00000000-0000-0000-0000-000000000000}"/>
          </ac:cxnSpMkLst>
        </pc:cxnChg>
        <pc:cxnChg chg="del mod">
          <ac:chgData name="David BH" userId="2e3cfd3ca921f314" providerId="LiveId" clId="{15D362C4-ACB9-4D34-B8DF-7BD87B071497}" dt="2024-09-24T18:03:39.406" v="9716" actId="478"/>
          <ac:cxnSpMkLst>
            <pc:docMk/>
            <pc:sldMk cId="0" sldId="320"/>
            <ac:cxnSpMk id="585" creationId="{00000000-0000-0000-0000-000000000000}"/>
          </ac:cxnSpMkLst>
        </pc:cxnChg>
      </pc:sldChg>
      <pc:sldChg chg="addSp modSp new del mod">
        <pc:chgData name="David BH" userId="2e3cfd3ca921f314" providerId="LiveId" clId="{15D362C4-ACB9-4D34-B8DF-7BD87B071497}" dt="2024-09-23T19:36:56.081" v="5588" actId="2696"/>
        <pc:sldMkLst>
          <pc:docMk/>
          <pc:sldMk cId="4160199603" sldId="320"/>
        </pc:sldMkLst>
        <pc:graphicFrameChg chg="add modGraphic">
          <ac:chgData name="David BH" userId="2e3cfd3ca921f314" providerId="LiveId" clId="{15D362C4-ACB9-4D34-B8DF-7BD87B071497}" dt="2024-09-23T19:36:43.119" v="5587" actId="1032"/>
          <ac:graphicFrameMkLst>
            <pc:docMk/>
            <pc:sldMk cId="4160199603" sldId="320"/>
            <ac:graphicFrameMk id="5" creationId="{91206E78-9B9D-1E32-011F-011147859664}"/>
          </ac:graphicFrameMkLst>
        </pc:graphicFrameChg>
      </pc:sldChg>
      <pc:sldChg chg="modSp add del mod">
        <pc:chgData name="David BH" userId="2e3cfd3ca921f314" providerId="LiveId" clId="{15D362C4-ACB9-4D34-B8DF-7BD87B071497}" dt="2024-09-24T21:21:21.419" v="11415"/>
        <pc:sldMkLst>
          <pc:docMk/>
          <pc:sldMk cId="1779700534" sldId="321"/>
        </pc:sldMkLst>
        <pc:spChg chg="mod">
          <ac:chgData name="David BH" userId="2e3cfd3ca921f314" providerId="LiveId" clId="{15D362C4-ACB9-4D34-B8DF-7BD87B071497}" dt="2024-09-24T21:21:21.419" v="11415"/>
          <ac:spMkLst>
            <pc:docMk/>
            <pc:sldMk cId="1779700534" sldId="321"/>
            <ac:spMk id="2" creationId="{CA98AD67-5AA4-441A-BB82-472C288413F8}"/>
          </ac:spMkLst>
        </pc:spChg>
        <pc:spChg chg="mod">
          <ac:chgData name="David BH" userId="2e3cfd3ca921f314" providerId="LiveId" clId="{15D362C4-ACB9-4D34-B8DF-7BD87B071497}" dt="2024-09-24T21:21:19.136" v="11412"/>
          <ac:spMkLst>
            <pc:docMk/>
            <pc:sldMk cId="1779700534" sldId="321"/>
            <ac:spMk id="3" creationId="{5E529D36-DA44-4B35-931C-00DBA5384AB0}"/>
          </ac:spMkLst>
        </pc:spChg>
        <pc:spChg chg="mod">
          <ac:chgData name="David BH" userId="2e3cfd3ca921f314" providerId="LiveId" clId="{15D362C4-ACB9-4D34-B8DF-7BD87B071497}" dt="2024-09-24T21:21:19.136" v="11412"/>
          <ac:spMkLst>
            <pc:docMk/>
            <pc:sldMk cId="1779700534" sldId="321"/>
            <ac:spMk id="4" creationId="{FF6CA378-A42F-4D9C-A19A-0115D50F38CC}"/>
          </ac:spMkLst>
        </pc:spChg>
      </pc:sldChg>
      <pc:sldChg chg="addSp delSp modSp mod">
        <pc:chgData name="David BH" userId="2e3cfd3ca921f314" providerId="LiveId" clId="{15D362C4-ACB9-4D34-B8DF-7BD87B071497}" dt="2024-09-25T00:10:25.530" v="13921" actId="478"/>
        <pc:sldMkLst>
          <pc:docMk/>
          <pc:sldMk cId="2714397567" sldId="321"/>
        </pc:sldMkLst>
        <pc:spChg chg="mod">
          <ac:chgData name="David BH" userId="2e3cfd3ca921f314" providerId="LiveId" clId="{15D362C4-ACB9-4D34-B8DF-7BD87B071497}" dt="2024-09-24T23:45:37.858" v="13569" actId="1076"/>
          <ac:spMkLst>
            <pc:docMk/>
            <pc:sldMk cId="2714397567" sldId="321"/>
            <ac:spMk id="2" creationId="{CA98AD67-5AA4-441A-BB82-472C288413F8}"/>
          </ac:spMkLst>
        </pc:spChg>
        <pc:spChg chg="add del">
          <ac:chgData name="David BH" userId="2e3cfd3ca921f314" providerId="LiveId" clId="{15D362C4-ACB9-4D34-B8DF-7BD87B071497}" dt="2024-09-25T00:10:25.530" v="13921" actId="478"/>
          <ac:spMkLst>
            <pc:docMk/>
            <pc:sldMk cId="2714397567" sldId="321"/>
            <ac:spMk id="3" creationId="{5E529D36-DA44-4B35-931C-00DBA5384AB0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5" creationId="{CDADA208-E23E-4B7A-8B30-503644571020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6" creationId="{97C50A8E-3918-4827-975A-99A3EAB66BFA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7" creationId="{35AF9DE5-C8D3-43F1-8647-AA7713F1FCEF}"/>
          </ac:spMkLst>
        </pc:spChg>
        <pc:spChg chg="add 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9" creationId="{0A4024B1-E76B-BF5D-001F-48BF4DE92987}"/>
          </ac:spMkLst>
        </pc:spChg>
        <pc:spChg chg="del mod ord">
          <ac:chgData name="David BH" userId="2e3cfd3ca921f314" providerId="LiveId" clId="{15D362C4-ACB9-4D34-B8DF-7BD87B071497}" dt="2024-09-24T21:51:08.501" v="11957" actId="478"/>
          <ac:spMkLst>
            <pc:docMk/>
            <pc:sldMk cId="2714397567" sldId="321"/>
            <ac:spMk id="11" creationId="{9291974D-94F5-468A-87AC-B7EFF95696CC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13" creationId="{385D5C6F-FE82-4E8C-8542-1BECD761D29C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14" creationId="{3F4AD88D-507E-4EB6-B578-88060D4CF4D0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15" creationId="{25BE5FD6-A410-4824-9697-31FCF7983B6B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16" creationId="{70C956FB-1840-44F1-8377-516D0A87B7F1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17" creationId="{31F34C55-620E-437B-84B4-9120D2B173BC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18" creationId="{18397A4D-BBCC-464A-A388-9BDBF3FBC0C7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19" creationId="{196FE97D-77A1-4D52-A288-82512B28D84C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20" creationId="{AEEC57E4-9646-4A44-BD9D-7456C262463A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21" creationId="{3033CFA5-C735-49A7-99D6-6BC7D8DA018E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22" creationId="{065F74B0-847F-49F5-9074-1CED108D176F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23" creationId="{DB22E8D4-6BB2-4D40-BB88-1C39D4F8EBBD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24" creationId="{87F52D03-CB49-4783-A300-614548CAD092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25" creationId="{DBADE0C6-806F-47B9-9C52-13B9C417A824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26" creationId="{C8E574A7-2E84-4B27-8D39-E8F428DC11A5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27" creationId="{8B0D6F72-7A5D-4B7E-BC3D-3CDDA28ECDDB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28" creationId="{A018FEA5-42F8-45D6-903D-DEDCEE104CF3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29" creationId="{9420C61C-BD63-442B-856D-C607C2060E72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30" creationId="{71355AF3-97FA-44F4-8CED-39EABD799716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31" creationId="{1D1D6786-F147-423B-8681-E0DF2232874B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32" creationId="{7EF27FE8-5FBD-4924-9F78-02B9C47D56D2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33" creationId="{CF46FD9E-E244-467B-8525-9D7D4A9D1B80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34" creationId="{88D57E34-34BA-47A7-98D6-DB982DAFEA35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35" creationId="{F30E7BFE-901E-4881-9F33-4F3776C879FD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36" creationId="{3B4BB294-3F58-429D-AD93-7B23F68F0B5D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37" creationId="{8322FD8B-1448-4FFE-A201-5D316158652D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38" creationId="{EE943E9D-D099-460E-BED6-3461B3C982CE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39" creationId="{72E69C20-B8DF-4566-BBFE-E0C94A5C2D26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40" creationId="{3EF09789-E73A-4CFB-9FCF-08DA00003161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41" creationId="{35F9925A-D080-4D49-928B-2EF534E31D1C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42" creationId="{4D7DF8E6-7B8D-412C-9307-FAE2CA5C8236}"/>
          </ac:spMkLst>
        </pc:spChg>
        <pc:spChg chg="del mod">
          <ac:chgData name="David BH" userId="2e3cfd3ca921f314" providerId="LiveId" clId="{15D362C4-ACB9-4D34-B8DF-7BD87B071497}" dt="2024-09-24T21:47:59.417" v="11889" actId="478"/>
          <ac:spMkLst>
            <pc:docMk/>
            <pc:sldMk cId="2714397567" sldId="321"/>
            <ac:spMk id="44" creationId="{0168AE60-C71A-4B80-811C-CAC02ADD32C2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46" creationId="{0A0A31DB-DD27-4F64-AB8C-EC7887B70CFD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47" creationId="{AC6A4160-8BE0-4F42-8528-A692DB7BDCCE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48" creationId="{151F8D54-5195-4686-B421-E1F7E4D42652}"/>
          </ac:spMkLst>
        </pc:spChg>
        <pc:spChg chg="add 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62" creationId="{80C34D1B-90F7-2500-7DB4-6F29E1DCE07E}"/>
          </ac:spMkLst>
        </pc:spChg>
        <pc:spChg chg="add 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63" creationId="{87BE7EC2-C045-1260-3B50-5B19DA5330F4}"/>
          </ac:spMkLst>
        </pc:spChg>
        <pc:spChg chg="add del mod">
          <ac:chgData name="David BH" userId="2e3cfd3ca921f314" providerId="LiveId" clId="{15D362C4-ACB9-4D34-B8DF-7BD87B071497}" dt="2024-09-24T21:56:33.056" v="12138" actId="478"/>
          <ac:spMkLst>
            <pc:docMk/>
            <pc:sldMk cId="2714397567" sldId="321"/>
            <ac:spMk id="67" creationId="{AD149812-4A18-46E1-326B-B00BD367B74D}"/>
          </ac:spMkLst>
        </pc:spChg>
        <pc:spChg chg="add del mod">
          <ac:chgData name="David BH" userId="2e3cfd3ca921f314" providerId="LiveId" clId="{15D362C4-ACB9-4D34-B8DF-7BD87B071497}" dt="2024-09-24T21:56:33.056" v="12138" actId="478"/>
          <ac:spMkLst>
            <pc:docMk/>
            <pc:sldMk cId="2714397567" sldId="321"/>
            <ac:spMk id="68" creationId="{E07C9184-E5E1-D2BB-047E-24A76563EDB7}"/>
          </ac:spMkLst>
        </pc:spChg>
        <pc:spChg chg="add del mod">
          <ac:chgData name="David BH" userId="2e3cfd3ca921f314" providerId="LiveId" clId="{15D362C4-ACB9-4D34-B8DF-7BD87B071497}" dt="2024-09-24T21:55:04.892" v="12090" actId="21"/>
          <ac:spMkLst>
            <pc:docMk/>
            <pc:sldMk cId="2714397567" sldId="321"/>
            <ac:spMk id="69" creationId="{A96453A7-8C64-FC2B-2D91-06EDC33CE4E1}"/>
          </ac:spMkLst>
        </pc:spChg>
        <pc:spChg chg="add 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70" creationId="{DDBABC56-4339-DB61-160B-2B559898EF2D}"/>
          </ac:spMkLst>
        </pc:spChg>
        <pc:spChg chg="add 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77" creationId="{6EA03A05-308B-A521-095E-9F57B791CF56}"/>
          </ac:spMkLst>
        </pc:spChg>
        <pc:spChg chg="del mod">
          <ac:chgData name="David BH" userId="2e3cfd3ca921f314" providerId="LiveId" clId="{15D362C4-ACB9-4D34-B8DF-7BD87B071497}" dt="2024-09-24T21:47:57.155" v="11888" actId="478"/>
          <ac:spMkLst>
            <pc:docMk/>
            <pc:sldMk cId="2714397567" sldId="321"/>
            <ac:spMk id="80" creationId="{FE2AD138-6B8C-40CA-A949-80EE0AE830BE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83" creationId="{F92A0E3D-9293-4005-9591-93C80117F133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84" creationId="{5E64CAF0-0E1E-4978-B131-81EF0ABB8DA8}"/>
          </ac:spMkLst>
        </pc:spChg>
        <pc:spChg chg="mod">
          <ac:chgData name="David BH" userId="2e3cfd3ca921f314" providerId="LiveId" clId="{15D362C4-ACB9-4D34-B8DF-7BD87B071497}" dt="2024-09-24T23:09:03.043" v="13091" actId="1035"/>
          <ac:spMkLst>
            <pc:docMk/>
            <pc:sldMk cId="2714397567" sldId="321"/>
            <ac:spMk id="85" creationId="{4F8D27CA-EA67-412D-83F2-F661D003B3C9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87" creationId="{BF061177-3A0B-4D94-95FF-46770B8B2E9B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88" creationId="{C441B089-8C78-493A-B640-E4942D9BE68E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89" creationId="{1710653A-F5C8-47DE-8D3E-A0B5438ED781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95" creationId="{8D0359B6-238F-4B5E-B1A4-229F370E96D7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96" creationId="{C14F284B-6377-4804-9C82-CA1083F54D5A}"/>
          </ac:spMkLst>
        </pc:spChg>
        <pc:spChg chg="del mod">
          <ac:chgData name="David BH" userId="2e3cfd3ca921f314" providerId="LiveId" clId="{15D362C4-ACB9-4D34-B8DF-7BD87B071497}" dt="2024-09-24T23:47:52.630" v="13595" actId="478"/>
          <ac:spMkLst>
            <pc:docMk/>
            <pc:sldMk cId="2714397567" sldId="321"/>
            <ac:spMk id="97" creationId="{64E23882-97E3-4B34-BBE0-6959274930AF}"/>
          </ac:spMkLst>
        </pc:spChg>
        <pc:spChg chg="del mod">
          <ac:chgData name="David BH" userId="2e3cfd3ca921f314" providerId="LiveId" clId="{15D362C4-ACB9-4D34-B8DF-7BD87B071497}" dt="2024-09-24T23:48:29.512" v="13624" actId="478"/>
          <ac:spMkLst>
            <pc:docMk/>
            <pc:sldMk cId="2714397567" sldId="321"/>
            <ac:spMk id="98" creationId="{576948FB-CC34-4B03-88DC-8401A5A57F4D}"/>
          </ac:spMkLst>
        </pc:spChg>
        <pc:spChg chg="del mod">
          <ac:chgData name="David BH" userId="2e3cfd3ca921f314" providerId="LiveId" clId="{15D362C4-ACB9-4D34-B8DF-7BD87B071497}" dt="2024-09-24T23:49:09.367" v="13628" actId="478"/>
          <ac:spMkLst>
            <pc:docMk/>
            <pc:sldMk cId="2714397567" sldId="321"/>
            <ac:spMk id="99" creationId="{7A6E0B43-CBC1-4B75-A350-E61BB761761E}"/>
          </ac:spMkLst>
        </pc:spChg>
        <pc:spChg chg="del mod">
          <ac:chgData name="David BH" userId="2e3cfd3ca921f314" providerId="LiveId" clId="{15D362C4-ACB9-4D34-B8DF-7BD87B071497}" dt="2024-09-24T23:49:11.179" v="13629" actId="478"/>
          <ac:spMkLst>
            <pc:docMk/>
            <pc:sldMk cId="2714397567" sldId="321"/>
            <ac:spMk id="100" creationId="{C4B4557E-2EE3-41E0-8A59-E60F50BDB6EC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02" creationId="{D0CE91C6-2C66-47F1-A984-605FA356B2E9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03" creationId="{30899386-DA20-45F7-9F80-B28EF46BC13F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04" creationId="{834CEF6D-25BC-4467-90F0-FCB8E616CC0C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05" creationId="{5A07BE7D-17A5-48AF-BBAE-2F8EDCE81936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06" creationId="{ABCE1F96-72C3-41F5-9324-133CEA8B5287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07" creationId="{F30470D5-34E0-4759-9B13-ECD38D2073EB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08" creationId="{25219C16-596F-4188-8E6E-1C56615455E7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09" creationId="{DC624ED0-73A8-494E-A006-0DBAE587923F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10" creationId="{669F6E53-A695-4E1F-AB85-A34FE43DBF03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11" creationId="{C17D0782-16A5-4FE1-8F4B-BD0C1111CCA4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12" creationId="{272E8601-9310-490D-94F6-63CEEB8F7A15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13" creationId="{FE61DE21-6C27-46D8-842D-BDD3C8EF711D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14" creationId="{6CCE631C-12A5-4752-8E65-BA8787F570F8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15" creationId="{3CB2E858-A7D8-4E87-AE5E-5399DC5D8B7A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16" creationId="{B78B1C91-9EA0-420D-AB04-82322F7DF815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17" creationId="{9BBF9638-FA96-4436-AE58-8EBA61CBA46E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18" creationId="{919C5518-E69B-42C0-AFDE-170FE83E28DB}"/>
          </ac:spMkLst>
        </pc:spChg>
        <pc:spChg chg="mod topLvl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19" creationId="{ECC89592-EA05-4F09-AE50-51BC0C185628}"/>
          </ac:spMkLst>
        </pc:spChg>
        <pc:spChg chg="del mod topLvl">
          <ac:chgData name="David BH" userId="2e3cfd3ca921f314" providerId="LiveId" clId="{15D362C4-ACB9-4D34-B8DF-7BD87B071497}" dt="2024-09-24T21:41:01.343" v="11792" actId="478"/>
          <ac:spMkLst>
            <pc:docMk/>
            <pc:sldMk cId="2714397567" sldId="321"/>
            <ac:spMk id="179" creationId="{9CFFF09D-96F9-453A-AC93-BC01E504D3BB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83" creationId="{620E7053-AC95-9E58-B270-C31399E1B0A8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85" creationId="{AA28CFA6-1725-41B9-AFC0-2D9C4C887905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86" creationId="{AE0232FB-F1E3-4951-A55C-3F3342DF6A13}"/>
          </ac:spMkLst>
        </pc:spChg>
        <pc:spChg chg="del">
          <ac:chgData name="David BH" userId="2e3cfd3ca921f314" providerId="LiveId" clId="{15D362C4-ACB9-4D34-B8DF-7BD87B071497}" dt="2024-09-24T21:30:58.882" v="11546" actId="478"/>
          <ac:spMkLst>
            <pc:docMk/>
            <pc:sldMk cId="2714397567" sldId="321"/>
            <ac:spMk id="187" creationId="{B46D891C-8009-4D3A-AE8D-056B662B8089}"/>
          </ac:spMkLst>
        </pc:spChg>
        <pc:spChg chg="del mod">
          <ac:chgData name="David BH" userId="2e3cfd3ca921f314" providerId="LiveId" clId="{15D362C4-ACB9-4D34-B8DF-7BD87B071497}" dt="2024-09-24T21:31:05.683" v="11552" actId="478"/>
          <ac:spMkLst>
            <pc:docMk/>
            <pc:sldMk cId="2714397567" sldId="321"/>
            <ac:spMk id="188" creationId="{0A5AD744-30BD-4F9E-88ED-80B7CB0B905E}"/>
          </ac:spMkLst>
        </pc:spChg>
        <pc:spChg chg="del">
          <ac:chgData name="David BH" userId="2e3cfd3ca921f314" providerId="LiveId" clId="{15D362C4-ACB9-4D34-B8DF-7BD87B071497}" dt="2024-09-24T21:31:02.718" v="11550" actId="478"/>
          <ac:spMkLst>
            <pc:docMk/>
            <pc:sldMk cId="2714397567" sldId="321"/>
            <ac:spMk id="189" creationId="{BAB1ACF7-5AEB-4633-8F49-D88B53378400}"/>
          </ac:spMkLst>
        </pc:spChg>
        <pc:spChg chg="del mod">
          <ac:chgData name="David BH" userId="2e3cfd3ca921f314" providerId="LiveId" clId="{15D362C4-ACB9-4D34-B8DF-7BD87B071497}" dt="2024-09-24T21:31:01.419" v="11549" actId="478"/>
          <ac:spMkLst>
            <pc:docMk/>
            <pc:sldMk cId="2714397567" sldId="321"/>
            <ac:spMk id="190" creationId="{D47EB548-7973-4FFC-B967-63DC95FCDF00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91" creationId="{53A4B8EA-1FEC-D57E-55AC-EBBCDFE5158C}"/>
          </ac:spMkLst>
        </pc:spChg>
        <pc:spChg chg="del mod">
          <ac:chgData name="David BH" userId="2e3cfd3ca921f314" providerId="LiveId" clId="{15D362C4-ACB9-4D34-B8DF-7BD87B071497}" dt="2024-09-24T21:37:47.342" v="11723" actId="478"/>
          <ac:spMkLst>
            <pc:docMk/>
            <pc:sldMk cId="2714397567" sldId="321"/>
            <ac:spMk id="192" creationId="{7917D667-8C6B-4BE2-89A8-EE34784ECF48}"/>
          </ac:spMkLst>
        </pc:spChg>
        <pc:spChg chg="del mod">
          <ac:chgData name="David BH" userId="2e3cfd3ca921f314" providerId="LiveId" clId="{15D362C4-ACB9-4D34-B8DF-7BD87B071497}" dt="2024-09-24T21:37:46.746" v="11722" actId="478"/>
          <ac:spMkLst>
            <pc:docMk/>
            <pc:sldMk cId="2714397567" sldId="321"/>
            <ac:spMk id="193" creationId="{2EDD0A13-925F-4A1B-ABFB-3C67C1357966}"/>
          </ac:spMkLst>
        </pc:spChg>
        <pc:spChg chg="del mod">
          <ac:chgData name="David BH" userId="2e3cfd3ca921f314" providerId="LiveId" clId="{15D362C4-ACB9-4D34-B8DF-7BD87B071497}" dt="2024-09-24T21:45:46.049" v="11871" actId="478"/>
          <ac:spMkLst>
            <pc:docMk/>
            <pc:sldMk cId="2714397567" sldId="321"/>
            <ac:spMk id="194" creationId="{BA54671E-ACFD-4428-B4B7-A37E5BA61CB3}"/>
          </ac:spMkLst>
        </pc:spChg>
        <pc:spChg chg="add 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95" creationId="{ED140683-1BC1-F8A8-BCA9-EF49928E98B2}"/>
          </ac:spMkLst>
        </pc:spChg>
        <pc:spChg chg="del mod">
          <ac:chgData name="David BH" userId="2e3cfd3ca921f314" providerId="LiveId" clId="{15D362C4-ACB9-4D34-B8DF-7BD87B071497}" dt="2024-09-24T21:45:44.725" v="11870" actId="478"/>
          <ac:spMkLst>
            <pc:docMk/>
            <pc:sldMk cId="2714397567" sldId="321"/>
            <ac:spMk id="196" creationId="{8AD2DF00-0982-4B28-B4A0-DF7B4B6DA358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98" creationId="{BD285FB7-C65E-4A4F-9730-2C7BDE08556D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199" creationId="{BBC06FF8-9B23-4376-9786-14D97DD1D8A5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200" creationId="{C6700C49-7AD6-494F-83F0-8DEBBC73A8F4}"/>
          </ac:spMkLst>
        </pc:spChg>
        <pc:spChg chg="mod">
          <ac:chgData name="David BH" userId="2e3cfd3ca921f314" providerId="LiveId" clId="{15D362C4-ACB9-4D34-B8DF-7BD87B071497}" dt="2024-09-24T21:35:49.854" v="11688" actId="1035"/>
          <ac:spMkLst>
            <pc:docMk/>
            <pc:sldMk cId="2714397567" sldId="321"/>
            <ac:spMk id="201" creationId="{4134947C-4D7B-463E-A659-A8F440E310BD}"/>
          </ac:spMkLst>
        </pc:spChg>
        <pc:spChg chg="del mod">
          <ac:chgData name="David BH" userId="2e3cfd3ca921f314" providerId="LiveId" clId="{15D362C4-ACB9-4D34-B8DF-7BD87B071497}" dt="2024-09-24T21:37:51.072" v="11726" actId="478"/>
          <ac:spMkLst>
            <pc:docMk/>
            <pc:sldMk cId="2714397567" sldId="321"/>
            <ac:spMk id="202" creationId="{70D38E9A-94A7-447A-89C1-EB62E888BD09}"/>
          </ac:spMkLst>
        </pc:spChg>
        <pc:spChg chg="del mod">
          <ac:chgData name="David BH" userId="2e3cfd3ca921f314" providerId="LiveId" clId="{15D362C4-ACB9-4D34-B8DF-7BD87B071497}" dt="2024-09-24T21:37:52.653" v="11727" actId="478"/>
          <ac:spMkLst>
            <pc:docMk/>
            <pc:sldMk cId="2714397567" sldId="321"/>
            <ac:spMk id="203" creationId="{F628A559-BC49-4742-82C4-4124FF63A8B1}"/>
          </ac:spMkLst>
        </pc:spChg>
        <pc:spChg chg="del mod">
          <ac:chgData name="David BH" userId="2e3cfd3ca921f314" providerId="LiveId" clId="{15D362C4-ACB9-4D34-B8DF-7BD87B071497}" dt="2024-09-24T21:37:57.235" v="11728" actId="478"/>
          <ac:spMkLst>
            <pc:docMk/>
            <pc:sldMk cId="2714397567" sldId="321"/>
            <ac:spMk id="204" creationId="{CEBFB0FE-B591-4089-A1B4-FF85CA99D9DA}"/>
          </ac:spMkLst>
        </pc:spChg>
        <pc:spChg chg="add 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205" creationId="{1E1AFD0E-CF56-1A5C-85C0-D04286EC811F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24" creationId="{EA63C777-BD36-3C14-3B7F-9DEAE4B17BB8}"/>
          </ac:spMkLst>
        </pc:spChg>
        <pc:spChg chg="del mod">
          <ac:chgData name="David BH" userId="2e3cfd3ca921f314" providerId="LiveId" clId="{15D362C4-ACB9-4D34-B8DF-7BD87B071497}" dt="2024-09-24T21:37:47.792" v="11724" actId="478"/>
          <ac:spMkLst>
            <pc:docMk/>
            <pc:sldMk cId="2714397567" sldId="321"/>
            <ac:spMk id="1028" creationId="{C98C02B3-B192-4C19-95D4-A5FA419DA95D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32" creationId="{32777A2B-73F5-5AE8-57D7-5D5809E87FBE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33" creationId="{2F61C583-A1C9-4924-E2C7-0FB9D8B07A4E}"/>
          </ac:spMkLst>
        </pc:spChg>
        <pc:spChg chg="add del">
          <ac:chgData name="David BH" userId="2e3cfd3ca921f314" providerId="LiveId" clId="{15D362C4-ACB9-4D34-B8DF-7BD87B071497}" dt="2024-09-24T22:15:25.571" v="12454" actId="22"/>
          <ac:spMkLst>
            <pc:docMk/>
            <pc:sldMk cId="2714397567" sldId="321"/>
            <ac:spMk id="1042" creationId="{36F3828F-A7D9-EE95-7775-D7E9DA0E46F7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50" creationId="{F4A9BABE-1F3A-B47F-FDD6-21678EC1C8D2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51" creationId="{87DE1FC3-8E84-41F8-B13E-BE1718ABAEB8}"/>
          </ac:spMkLst>
        </pc:spChg>
        <pc:spChg chg="add">
          <ac:chgData name="David BH" userId="2e3cfd3ca921f314" providerId="LiveId" clId="{15D362C4-ACB9-4D34-B8DF-7BD87B071497}" dt="2024-09-24T23:31:28.199" v="13470"/>
          <ac:spMkLst>
            <pc:docMk/>
            <pc:sldMk cId="2714397567" sldId="321"/>
            <ac:spMk id="1063" creationId="{BE6A1538-EFA2-03CA-EC24-BBBCDFC1FA91}"/>
          </ac:spMkLst>
        </pc:spChg>
        <pc:spChg chg="add">
          <ac:chgData name="David BH" userId="2e3cfd3ca921f314" providerId="LiveId" clId="{15D362C4-ACB9-4D34-B8DF-7BD87B071497}" dt="2024-09-24T23:31:58.329" v="13471"/>
          <ac:spMkLst>
            <pc:docMk/>
            <pc:sldMk cId="2714397567" sldId="321"/>
            <ac:spMk id="1064" creationId="{1D3CEEAA-3C11-4EBD-243A-C3E2EBBCF849}"/>
          </ac:spMkLst>
        </pc:spChg>
        <pc:spChg chg="add 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65" creationId="{3F6249E2-196F-7D4C-D50A-D86963485224}"/>
          </ac:spMkLst>
        </pc:spChg>
        <pc:spChg chg="add del mod">
          <ac:chgData name="David BH" userId="2e3cfd3ca921f314" providerId="LiveId" clId="{15D362C4-ACB9-4D34-B8DF-7BD87B071497}" dt="2024-09-24T23:46:20.291" v="13571" actId="478"/>
          <ac:spMkLst>
            <pc:docMk/>
            <pc:sldMk cId="2714397567" sldId="321"/>
            <ac:spMk id="1066" creationId="{5B17FC84-7431-AEF5-6BCD-296455DD0ADC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68" creationId="{124FF0D2-C735-6901-45C6-D29FAD5198A7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69" creationId="{A8465301-347C-4235-CD7E-6EF14C04D653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70" creationId="{390A09F1-1A57-05B8-7EE1-349EADDFE3C1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71" creationId="{5A2AA074-34EA-17CA-F461-AF7CA77BAB6C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72" creationId="{ECF6A917-3A42-6F31-1189-301B31077742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73" creationId="{951C3F39-6A1A-4202-0CFE-6CA02E443CEF}"/>
          </ac:spMkLst>
        </pc:spChg>
        <pc:spChg chg="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74" creationId="{CB163D54-853E-2F7F-7459-284438E51D1C}"/>
          </ac:spMkLst>
        </pc:spChg>
        <pc:spChg chg="add del mod">
          <ac:chgData name="David BH" userId="2e3cfd3ca921f314" providerId="LiveId" clId="{15D362C4-ACB9-4D34-B8DF-7BD87B071497}" dt="2024-09-24T23:43:15.419" v="13534" actId="21"/>
          <ac:spMkLst>
            <pc:docMk/>
            <pc:sldMk cId="2714397567" sldId="321"/>
            <ac:spMk id="1075" creationId="{97E07AAF-7869-5C82-BB74-5FDDD141EEAB}"/>
          </ac:spMkLst>
        </pc:spChg>
        <pc:spChg chg="mod">
          <ac:chgData name="David BH" userId="2e3cfd3ca921f314" providerId="LiveId" clId="{15D362C4-ACB9-4D34-B8DF-7BD87B071497}" dt="2024-09-24T23:43:14.170" v="13533"/>
          <ac:spMkLst>
            <pc:docMk/>
            <pc:sldMk cId="2714397567" sldId="321"/>
            <ac:spMk id="1077" creationId="{9D4CD9C3-D550-7BCC-1282-60C4566E6C13}"/>
          </ac:spMkLst>
        </pc:spChg>
        <pc:spChg chg="mod">
          <ac:chgData name="David BH" userId="2e3cfd3ca921f314" providerId="LiveId" clId="{15D362C4-ACB9-4D34-B8DF-7BD87B071497}" dt="2024-09-24T23:43:14.170" v="13533"/>
          <ac:spMkLst>
            <pc:docMk/>
            <pc:sldMk cId="2714397567" sldId="321"/>
            <ac:spMk id="1078" creationId="{FFDF6EFB-E7BE-8C47-7DAF-4BC24E642E18}"/>
          </ac:spMkLst>
        </pc:spChg>
        <pc:spChg chg="mod">
          <ac:chgData name="David BH" userId="2e3cfd3ca921f314" providerId="LiveId" clId="{15D362C4-ACB9-4D34-B8DF-7BD87B071497}" dt="2024-09-24T23:43:14.170" v="13533"/>
          <ac:spMkLst>
            <pc:docMk/>
            <pc:sldMk cId="2714397567" sldId="321"/>
            <ac:spMk id="1079" creationId="{EBE4720A-5CDE-B59B-5EB6-B22E8015680A}"/>
          </ac:spMkLst>
        </pc:spChg>
        <pc:spChg chg="mod">
          <ac:chgData name="David BH" userId="2e3cfd3ca921f314" providerId="LiveId" clId="{15D362C4-ACB9-4D34-B8DF-7BD87B071497}" dt="2024-09-24T23:43:14.170" v="13533"/>
          <ac:spMkLst>
            <pc:docMk/>
            <pc:sldMk cId="2714397567" sldId="321"/>
            <ac:spMk id="1080" creationId="{C16DDFA6-397A-2365-FAFF-D0F1599E2277}"/>
          </ac:spMkLst>
        </pc:spChg>
        <pc:spChg chg="mod">
          <ac:chgData name="David BH" userId="2e3cfd3ca921f314" providerId="LiveId" clId="{15D362C4-ACB9-4D34-B8DF-7BD87B071497}" dt="2024-09-24T23:43:14.170" v="13533"/>
          <ac:spMkLst>
            <pc:docMk/>
            <pc:sldMk cId="2714397567" sldId="321"/>
            <ac:spMk id="1081" creationId="{791BFC80-6110-6E7B-4D32-A91C95B2BB81}"/>
          </ac:spMkLst>
        </pc:spChg>
        <pc:spChg chg="mod">
          <ac:chgData name="David BH" userId="2e3cfd3ca921f314" providerId="LiveId" clId="{15D362C4-ACB9-4D34-B8DF-7BD87B071497}" dt="2024-09-24T23:43:14.170" v="13533"/>
          <ac:spMkLst>
            <pc:docMk/>
            <pc:sldMk cId="2714397567" sldId="321"/>
            <ac:spMk id="1082" creationId="{114D75A0-6BA1-CAF1-F08A-3D3F4169293F}"/>
          </ac:spMkLst>
        </pc:spChg>
        <pc:spChg chg="mod">
          <ac:chgData name="David BH" userId="2e3cfd3ca921f314" providerId="LiveId" clId="{15D362C4-ACB9-4D34-B8DF-7BD87B071497}" dt="2024-09-24T23:43:14.170" v="13533"/>
          <ac:spMkLst>
            <pc:docMk/>
            <pc:sldMk cId="2714397567" sldId="321"/>
            <ac:spMk id="1083" creationId="{A23B4098-0241-C8FB-85FD-EAF0A047E19F}"/>
          </ac:spMkLst>
        </pc:spChg>
        <pc:spChg chg="add 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84" creationId="{43B66209-BFB8-91C3-00D2-04CE1C60EB92}"/>
          </ac:spMkLst>
        </pc:spChg>
        <pc:spChg chg="add 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85" creationId="{A79E8892-49D9-AB4D-CC5F-8E353DC2CE29}"/>
          </ac:spMkLst>
        </pc:spChg>
        <pc:spChg chg="add 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86" creationId="{4D141162-37BE-1229-6424-ED918AF38595}"/>
          </ac:spMkLst>
        </pc:spChg>
        <pc:spChg chg="add mod">
          <ac:chgData name="David BH" userId="2e3cfd3ca921f314" providerId="LiveId" clId="{15D362C4-ACB9-4D34-B8DF-7BD87B071497}" dt="2024-09-25T00:10:05.614" v="13919" actId="1036"/>
          <ac:spMkLst>
            <pc:docMk/>
            <pc:sldMk cId="2714397567" sldId="321"/>
            <ac:spMk id="1087" creationId="{B4E876DB-61EC-1A1D-EE3F-7371FF868893}"/>
          </ac:spMkLst>
        </pc:spChg>
        <pc:grpChg chg="del mod">
          <ac:chgData name="David BH" userId="2e3cfd3ca921f314" providerId="LiveId" clId="{15D362C4-ACB9-4D34-B8DF-7BD87B071497}" dt="2024-09-24T23:36:26.634" v="13496" actId="478"/>
          <ac:grpSpMkLst>
            <pc:docMk/>
            <pc:sldMk cId="2714397567" sldId="321"/>
            <ac:grpSpMk id="12" creationId="{75301E57-A6A4-4748-B362-9BA17072ED18}"/>
          </ac:grpSpMkLst>
        </pc:grpChg>
        <pc:grpChg chg="mod">
          <ac:chgData name="David BH" userId="2e3cfd3ca921f314" providerId="LiveId" clId="{15D362C4-ACB9-4D34-B8DF-7BD87B071497}" dt="2024-09-25T00:10:05.614" v="13919" actId="1036"/>
          <ac:grpSpMkLst>
            <pc:docMk/>
            <pc:sldMk cId="2714397567" sldId="321"/>
            <ac:grpSpMk id="43" creationId="{91550221-8258-42F2-8C5D-7698C3085D53}"/>
          </ac:grpSpMkLst>
        </pc:grpChg>
        <pc:grpChg chg="mod">
          <ac:chgData name="David BH" userId="2e3cfd3ca921f314" providerId="LiveId" clId="{15D362C4-ACB9-4D34-B8DF-7BD87B071497}" dt="2024-09-25T00:10:05.614" v="13919" actId="1036"/>
          <ac:grpSpMkLst>
            <pc:docMk/>
            <pc:sldMk cId="2714397567" sldId="321"/>
            <ac:grpSpMk id="45" creationId="{82DC834D-A801-489D-B18E-A3C9646F4D2E}"/>
          </ac:grpSpMkLst>
        </pc:grpChg>
        <pc:grpChg chg="del mod">
          <ac:chgData name="David BH" userId="2e3cfd3ca921f314" providerId="LiveId" clId="{15D362C4-ACB9-4D34-B8DF-7BD87B071497}" dt="2024-09-24T21:41:01.343" v="11792" actId="478"/>
          <ac:grpSpMkLst>
            <pc:docMk/>
            <pc:sldMk cId="2714397567" sldId="321"/>
            <ac:grpSpMk id="81" creationId="{AB755EE4-AAED-40FD-A16A-259334EEE052}"/>
          </ac:grpSpMkLst>
        </pc:grpChg>
        <pc:grpChg chg="del mod">
          <ac:chgData name="David BH" userId="2e3cfd3ca921f314" providerId="LiveId" clId="{15D362C4-ACB9-4D34-B8DF-7BD87B071497}" dt="2024-09-24T23:39:52.198" v="13512" actId="478"/>
          <ac:grpSpMkLst>
            <pc:docMk/>
            <pc:sldMk cId="2714397567" sldId="321"/>
            <ac:grpSpMk id="82" creationId="{B98E995E-9B1D-4A56-ACB0-682E15B8ABE6}"/>
          </ac:grpSpMkLst>
        </pc:grpChg>
        <pc:grpChg chg="add mod">
          <ac:chgData name="David BH" userId="2e3cfd3ca921f314" providerId="LiveId" clId="{15D362C4-ACB9-4D34-B8DF-7BD87B071497}" dt="2024-09-25T00:10:05.614" v="13919" actId="1036"/>
          <ac:grpSpMkLst>
            <pc:docMk/>
            <pc:sldMk cId="2714397567" sldId="321"/>
            <ac:grpSpMk id="94" creationId="{0835F27D-ABC7-2B07-07BB-E8465B1C1F72}"/>
          </ac:grpSpMkLst>
        </pc:grpChg>
        <pc:grpChg chg="del mod">
          <ac:chgData name="David BH" userId="2e3cfd3ca921f314" providerId="LiveId" clId="{15D362C4-ACB9-4D34-B8DF-7BD87B071497}" dt="2024-09-24T23:43:26.716" v="13538" actId="478"/>
          <ac:grpSpMkLst>
            <pc:docMk/>
            <pc:sldMk cId="2714397567" sldId="321"/>
            <ac:grpSpMk id="101" creationId="{3F8007BE-3B68-4A53-AEE4-024A0881F8D7}"/>
          </ac:grpSpMkLst>
        </pc:grpChg>
        <pc:grpChg chg="del">
          <ac:chgData name="David BH" userId="2e3cfd3ca921f314" providerId="LiveId" clId="{15D362C4-ACB9-4D34-B8DF-7BD87B071497}" dt="2024-09-24T21:30:48.252" v="11545" actId="478"/>
          <ac:grpSpMkLst>
            <pc:docMk/>
            <pc:sldMk cId="2714397567" sldId="321"/>
            <ac:grpSpMk id="120" creationId="{E7C433E1-2468-4CB5-BB9B-DC81C26CDDD2}"/>
          </ac:grpSpMkLst>
        </pc:grpChg>
        <pc:grpChg chg="add mod">
          <ac:chgData name="David BH" userId="2e3cfd3ca921f314" providerId="LiveId" clId="{15D362C4-ACB9-4D34-B8DF-7BD87B071497}" dt="2024-09-25T00:10:05.614" v="13919" actId="1036"/>
          <ac:grpSpMkLst>
            <pc:docMk/>
            <pc:sldMk cId="2714397567" sldId="321"/>
            <ac:grpSpMk id="180" creationId="{64FD0219-E508-14C2-DAB2-61587345E728}"/>
          </ac:grpSpMkLst>
        </pc:grpChg>
        <pc:grpChg chg="add mod">
          <ac:chgData name="David BH" userId="2e3cfd3ca921f314" providerId="LiveId" clId="{15D362C4-ACB9-4D34-B8DF-7BD87B071497}" dt="2024-09-25T00:10:05.614" v="13919" actId="1036"/>
          <ac:grpSpMkLst>
            <pc:docMk/>
            <pc:sldMk cId="2714397567" sldId="321"/>
            <ac:grpSpMk id="181" creationId="{CE01622D-894F-0E03-0A8F-75DB6BC120BF}"/>
          </ac:grpSpMkLst>
        </pc:grpChg>
        <pc:grpChg chg="mod">
          <ac:chgData name="David BH" userId="2e3cfd3ca921f314" providerId="LiveId" clId="{15D362C4-ACB9-4D34-B8DF-7BD87B071497}" dt="2024-09-25T00:10:05.614" v="13919" actId="1036"/>
          <ac:grpSpMkLst>
            <pc:docMk/>
            <pc:sldMk cId="2714397567" sldId="321"/>
            <ac:grpSpMk id="182" creationId="{9FCCD7AE-E900-87A0-1DC5-DAE85EA17E99}"/>
          </ac:grpSpMkLst>
        </pc:grpChg>
        <pc:grpChg chg="mod">
          <ac:chgData name="David BH" userId="2e3cfd3ca921f314" providerId="LiveId" clId="{15D362C4-ACB9-4D34-B8DF-7BD87B071497}" dt="2024-09-25T00:10:05.614" v="13919" actId="1036"/>
          <ac:grpSpMkLst>
            <pc:docMk/>
            <pc:sldMk cId="2714397567" sldId="321"/>
            <ac:grpSpMk id="184" creationId="{337509D2-0CBC-4371-A05E-AF36659B07F3}"/>
          </ac:grpSpMkLst>
        </pc:grpChg>
        <pc:grpChg chg="del mod">
          <ac:chgData name="David BH" userId="2e3cfd3ca921f314" providerId="LiveId" clId="{15D362C4-ACB9-4D34-B8DF-7BD87B071497}" dt="2024-09-24T21:45:42.964" v="11869" actId="478"/>
          <ac:grpSpMkLst>
            <pc:docMk/>
            <pc:sldMk cId="2714397567" sldId="321"/>
            <ac:grpSpMk id="197" creationId="{105EB04D-523A-471B-94D7-64FDA15599AA}"/>
          </ac:grpSpMkLst>
        </pc:grpChg>
        <pc:grpChg chg="add mod">
          <ac:chgData name="David BH" userId="2e3cfd3ca921f314" providerId="LiveId" clId="{15D362C4-ACB9-4D34-B8DF-7BD87B071497}" dt="2024-09-25T00:10:05.614" v="13919" actId="1036"/>
          <ac:grpSpMkLst>
            <pc:docMk/>
            <pc:sldMk cId="2714397567" sldId="321"/>
            <ac:grpSpMk id="1031" creationId="{FAA312E0-22A1-305C-CD6A-BDF842BEBE30}"/>
          </ac:grpSpMkLst>
        </pc:grpChg>
        <pc:grpChg chg="add mod">
          <ac:chgData name="David BH" userId="2e3cfd3ca921f314" providerId="LiveId" clId="{15D362C4-ACB9-4D34-B8DF-7BD87B071497}" dt="2024-09-25T00:10:05.614" v="13919" actId="1036"/>
          <ac:grpSpMkLst>
            <pc:docMk/>
            <pc:sldMk cId="2714397567" sldId="321"/>
            <ac:grpSpMk id="1049" creationId="{3D48D00D-7481-1134-1A54-4CD97EA3DEF1}"/>
          </ac:grpSpMkLst>
        </pc:grpChg>
        <pc:grpChg chg="add mod">
          <ac:chgData name="David BH" userId="2e3cfd3ca921f314" providerId="LiveId" clId="{15D362C4-ACB9-4D34-B8DF-7BD87B071497}" dt="2024-09-25T00:10:05.614" v="13919" actId="1036"/>
          <ac:grpSpMkLst>
            <pc:docMk/>
            <pc:sldMk cId="2714397567" sldId="321"/>
            <ac:grpSpMk id="1067" creationId="{D431C8CE-3713-E6B8-841A-8E54AA713625}"/>
          </ac:grpSpMkLst>
        </pc:grpChg>
        <pc:grpChg chg="add del mod">
          <ac:chgData name="David BH" userId="2e3cfd3ca921f314" providerId="LiveId" clId="{15D362C4-ACB9-4D34-B8DF-7BD87B071497}" dt="2024-09-24T23:43:15.419" v="13534" actId="21"/>
          <ac:grpSpMkLst>
            <pc:docMk/>
            <pc:sldMk cId="2714397567" sldId="321"/>
            <ac:grpSpMk id="1076" creationId="{6DEAE12C-F373-74D8-97B8-2D5BA6995380}"/>
          </ac:grpSpMkLst>
        </pc:grpChg>
        <pc:graphicFrameChg chg="del">
          <ac:chgData name="David BH" userId="2e3cfd3ca921f314" providerId="LiveId" clId="{15D362C4-ACB9-4D34-B8DF-7BD87B071497}" dt="2024-09-24T21:31:04.246" v="11551" actId="478"/>
          <ac:graphicFrameMkLst>
            <pc:docMk/>
            <pc:sldMk cId="2714397567" sldId="321"/>
            <ac:graphicFrameMk id="1027" creationId="{1B17C7EB-0FAD-41E6-9BE9-1AEB806F6571}"/>
          </ac:graphicFrameMkLst>
        </pc:graphicFrameChg>
        <pc:picChg chg="add del mod">
          <ac:chgData name="David BH" userId="2e3cfd3ca921f314" providerId="LiveId" clId="{15D362C4-ACB9-4D34-B8DF-7BD87B071497}" dt="2024-09-24T23:41:17.616" v="13525" actId="478"/>
          <ac:picMkLst>
            <pc:docMk/>
            <pc:sldMk cId="2714397567" sldId="321"/>
            <ac:picMk id="9220" creationId="{4A53DD22-0EF7-D3FB-46AD-D1141F15B113}"/>
          </ac:picMkLst>
        </pc:picChg>
        <pc:picChg chg="add">
          <ac:chgData name="David BH" userId="2e3cfd3ca921f314" providerId="LiveId" clId="{15D362C4-ACB9-4D34-B8DF-7BD87B071497}" dt="2024-09-24T23:38:07.200" v="13508"/>
          <ac:picMkLst>
            <pc:docMk/>
            <pc:sldMk cId="2714397567" sldId="321"/>
            <ac:picMk id="9222" creationId="{A4A9B59D-2EB1-4433-4D80-1F78A3A7488D}"/>
          </ac:picMkLst>
        </pc:picChg>
        <pc:picChg chg="add">
          <ac:chgData name="David BH" userId="2e3cfd3ca921f314" providerId="LiveId" clId="{15D362C4-ACB9-4D34-B8DF-7BD87B071497}" dt="2024-09-24T23:38:17.023" v="13509"/>
          <ac:picMkLst>
            <pc:docMk/>
            <pc:sldMk cId="2714397567" sldId="321"/>
            <ac:picMk id="9224" creationId="{C9346C9F-B238-B5CC-A10D-54AA13D42535}"/>
          </ac:picMkLst>
        </pc:picChg>
        <pc:picChg chg="add mod">
          <ac:chgData name="David BH" userId="2e3cfd3ca921f314" providerId="LiveId" clId="{15D362C4-ACB9-4D34-B8DF-7BD87B071497}" dt="2024-09-25T00:10:05.614" v="13919" actId="1036"/>
          <ac:picMkLst>
            <pc:docMk/>
            <pc:sldMk cId="2714397567" sldId="321"/>
            <ac:picMk id="9226" creationId="{978DA254-1A6C-49F8-21D0-DC4EC5FC0FDB}"/>
          </ac:picMkLst>
        </pc:picChg>
        <pc:cxnChg chg="add del mod">
          <ac:chgData name="David BH" userId="2e3cfd3ca921f314" providerId="LiveId" clId="{15D362C4-ACB9-4D34-B8DF-7BD87B071497}" dt="2024-09-24T21:43:13.556" v="11841" actId="478"/>
          <ac:cxnSpMkLst>
            <pc:docMk/>
            <pc:sldMk cId="2714397567" sldId="321"/>
            <ac:cxnSpMk id="49" creationId="{A87380C8-55B6-2387-AEF5-1A465B5ED94F}"/>
          </ac:cxnSpMkLst>
        </pc:cxnChg>
        <pc:cxnChg chg="add mod">
          <ac:chgData name="David BH" userId="2e3cfd3ca921f314" providerId="LiveId" clId="{15D362C4-ACB9-4D34-B8DF-7BD87B071497}" dt="2024-09-25T00:10:05.614" v="13919" actId="1036"/>
          <ac:cxnSpMkLst>
            <pc:docMk/>
            <pc:sldMk cId="2714397567" sldId="321"/>
            <ac:cxnSpMk id="52" creationId="{398861F8-D3F3-7F58-4BFC-B0BAC3B95C85}"/>
          </ac:cxnSpMkLst>
        </pc:cxnChg>
        <pc:cxnChg chg="add del mod">
          <ac:chgData name="David BH" userId="2e3cfd3ca921f314" providerId="LiveId" clId="{15D362C4-ACB9-4D34-B8DF-7BD87B071497}" dt="2024-09-24T21:45:01.475" v="11853" actId="478"/>
          <ac:cxnSpMkLst>
            <pc:docMk/>
            <pc:sldMk cId="2714397567" sldId="321"/>
            <ac:cxnSpMk id="55" creationId="{8B1F085E-76FA-C939-0B08-EF8E6A53E48D}"/>
          </ac:cxnSpMkLst>
        </pc:cxnChg>
        <pc:cxnChg chg="add mod">
          <ac:chgData name="David BH" userId="2e3cfd3ca921f314" providerId="LiveId" clId="{15D362C4-ACB9-4D34-B8DF-7BD87B071497}" dt="2024-09-25T00:10:05.614" v="13919" actId="1036"/>
          <ac:cxnSpMkLst>
            <pc:docMk/>
            <pc:sldMk cId="2714397567" sldId="321"/>
            <ac:cxnSpMk id="58" creationId="{34DE5636-4C7F-8A2A-2C08-87239E85AD2D}"/>
          </ac:cxnSpMkLst>
        </pc:cxnChg>
        <pc:cxnChg chg="add mod">
          <ac:chgData name="David BH" userId="2e3cfd3ca921f314" providerId="LiveId" clId="{15D362C4-ACB9-4D34-B8DF-7BD87B071497}" dt="2024-09-25T00:10:05.614" v="13919" actId="1036"/>
          <ac:cxnSpMkLst>
            <pc:docMk/>
            <pc:sldMk cId="2714397567" sldId="321"/>
            <ac:cxnSpMk id="71" creationId="{6AF053CB-2656-36AB-D183-0AD812FA147B}"/>
          </ac:cxnSpMkLst>
        </pc:cxnChg>
        <pc:cxnChg chg="add mod">
          <ac:chgData name="David BH" userId="2e3cfd3ca921f314" providerId="LiveId" clId="{15D362C4-ACB9-4D34-B8DF-7BD87B071497}" dt="2024-09-25T00:10:05.614" v="13919" actId="1036"/>
          <ac:cxnSpMkLst>
            <pc:docMk/>
            <pc:sldMk cId="2714397567" sldId="321"/>
            <ac:cxnSpMk id="1025" creationId="{790944A0-8BB7-54D6-C985-6F30BB046F54}"/>
          </ac:cxnSpMkLst>
        </pc:cxnChg>
        <pc:cxnChg chg="add mod">
          <ac:chgData name="David BH" userId="2e3cfd3ca921f314" providerId="LiveId" clId="{15D362C4-ACB9-4D34-B8DF-7BD87B071497}" dt="2024-09-25T00:10:05.614" v="13919" actId="1036"/>
          <ac:cxnSpMkLst>
            <pc:docMk/>
            <pc:sldMk cId="2714397567" sldId="321"/>
            <ac:cxnSpMk id="1037" creationId="{E0E313EE-14CC-8C80-50EC-C9AEE0D551E1}"/>
          </ac:cxnSpMkLst>
        </pc:cxnChg>
        <pc:cxnChg chg="add mod">
          <ac:chgData name="David BH" userId="2e3cfd3ca921f314" providerId="LiveId" clId="{15D362C4-ACB9-4D34-B8DF-7BD87B071497}" dt="2024-09-25T00:10:05.614" v="13919" actId="1036"/>
          <ac:cxnSpMkLst>
            <pc:docMk/>
            <pc:sldMk cId="2714397567" sldId="321"/>
            <ac:cxnSpMk id="1045" creationId="{EF8D95B2-AAEA-B071-1863-2A85C86831C8}"/>
          </ac:cxnSpMkLst>
        </pc:cxnChg>
        <pc:cxnChg chg="add mod">
          <ac:chgData name="David BH" userId="2e3cfd3ca921f314" providerId="LiveId" clId="{15D362C4-ACB9-4D34-B8DF-7BD87B071497}" dt="2024-09-25T00:10:05.614" v="13919" actId="1036"/>
          <ac:cxnSpMkLst>
            <pc:docMk/>
            <pc:sldMk cId="2714397567" sldId="321"/>
            <ac:cxnSpMk id="1052" creationId="{B950916D-205C-5EAA-2033-43BF542CE543}"/>
          </ac:cxnSpMkLst>
        </pc:cxnChg>
      </pc:sldChg>
      <pc:sldChg chg="addSp delSp modSp add mod ord">
        <pc:chgData name="David BH" userId="2e3cfd3ca921f314" providerId="LiveId" clId="{15D362C4-ACB9-4D34-B8DF-7BD87B071497}" dt="2024-09-25T01:10:55.859" v="14998" actId="1037"/>
        <pc:sldMkLst>
          <pc:docMk/>
          <pc:sldMk cId="4070756312" sldId="322"/>
        </pc:sldMkLst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3" creationId="{EAEF9EA5-4D61-B2ED-BFA5-4C510ACDC6FD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7" creationId="{6A5FC561-FFF8-1C90-B464-2BDD2963D6D6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10" creationId="{C1D518D5-6800-F694-1E19-78FEEF237741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14" creationId="{0960C95A-30DF-0A5A-50AD-E20E4E477898}"/>
          </ac:spMkLst>
        </pc:spChg>
        <pc:spChg chg="add mod">
          <ac:chgData name="David BH" userId="2e3cfd3ca921f314" providerId="LiveId" clId="{15D362C4-ACB9-4D34-B8DF-7BD87B071497}" dt="2024-09-25T00:16:14.706" v="13947"/>
          <ac:spMkLst>
            <pc:docMk/>
            <pc:sldMk cId="4070756312" sldId="322"/>
            <ac:spMk id="15" creationId="{621FCA7F-750F-C3AB-822D-000F7BA81B6A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16" creationId="{08E5DF78-04F3-437B-AA15-B6C3B6F35D17}"/>
          </ac:spMkLst>
        </pc:spChg>
        <pc:spChg chg="add del mod">
          <ac:chgData name="David BH" userId="2e3cfd3ca921f314" providerId="LiveId" clId="{15D362C4-ACB9-4D34-B8DF-7BD87B071497}" dt="2024-09-25T00:19:40.459" v="13973" actId="478"/>
          <ac:spMkLst>
            <pc:docMk/>
            <pc:sldMk cId="4070756312" sldId="322"/>
            <ac:spMk id="17" creationId="{1B2971EE-752B-36F0-52ED-B23C49229FFF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19" creationId="{B0F6E0D7-78C4-40F6-B512-3F385B0E08BA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22" creationId="{B71BA6C7-3C87-4195-B0BB-1626F1A1ADD2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23" creationId="{AF76A5C3-5147-A375-13FB-FAEFD2BB8F61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25" creationId="{03E9B2C8-D756-468E-8986-8C91DD16482F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28" creationId="{51659907-07B0-4DB0-8B90-7E72BDBAED3B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31" creationId="{FD00F1AC-7614-494E-8F7D-C44FE0ED2873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34" creationId="{73E51D0F-C13A-4F6C-9EE5-4C796F23FB96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37" creationId="{FEFA5DFF-96A6-492A-A4E7-4C845C063B38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42" creationId="{F4B44AD5-DC13-E0F7-CE7D-4C7EE6BF1A6E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44" creationId="{3AF63152-2C49-1937-7236-AF23D98E19BD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46" creationId="{EC406018-0FA8-6232-6CFF-FD24F9C50A3F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47" creationId="{905EF5FF-B280-F22D-48D8-1B51250C5458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49" creationId="{E47D9B65-DD38-5060-F559-92239B53FE7B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50" creationId="{5E678A92-0DE7-900D-97D2-F37D220BDA96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52" creationId="{B28E299F-9EED-B1ED-F458-C149128CB3BF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53" creationId="{72A0FCE9-B508-7A14-E793-6E322626EBDC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55" creationId="{B981F3D0-DA24-A0BA-3366-722C4DFBD57F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56" creationId="{00DB26EC-CB01-602F-8A55-FB656FE3B23A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58" creationId="{FC74C52C-84BB-B608-ACBE-06A681527055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59" creationId="{18436B57-C4C4-8E3D-F64B-76E1B7750D16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61" creationId="{857C2CDC-4681-5E57-62FC-971F2FA1A285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62" creationId="{9C4F22E7-F1FE-9DB9-D7BE-7C51FDD0BDF6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64" creationId="{87B2AD0C-2A7F-9F6C-DAC8-129E1F01FAB2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65" creationId="{783C7FA4-D9EF-67CB-F94B-D956498DB186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66" creationId="{090A3CA5-E97D-46AB-45AE-65D3F902BDF9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67" creationId="{1BE57148-A7F6-0CA5-3A12-9FBAB6D4DE55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68" creationId="{8585C7D2-F22C-6B24-2F9C-827E5FB7130F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69" creationId="{2AB74A1C-3992-1E2B-D412-6FF6690F3105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70" creationId="{A93C5757-F4E5-75B7-5E0A-D2FCF1C7F8B7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71" creationId="{DA55AAA9-A601-B41F-8ED8-F192BE2379A2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72" creationId="{3D9E1EA0-09F4-1235-E6C0-C2C4EA9E9295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73" creationId="{EB0D3BA2-B43F-482A-8413-36C39E771401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74" creationId="{077F491D-BB3A-F0C1-E967-011143A0F8AE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75" creationId="{527B1B3A-4567-4AE9-A7C9-FA9D5A1F3929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76" creationId="{E26F4A74-AA17-893F-A78F-7CBE4F8DB8B1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77" creationId="{52F83825-3881-CA50-B010-903CCCC7DD5E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78" creationId="{B1869168-A9A3-06C0-BB38-7B3D60DA16D8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79" creationId="{3DA36E1C-E627-95DE-A8AA-FDB3D881CE68}"/>
          </ac:spMkLst>
        </pc:spChg>
        <pc:spChg chg="mod">
          <ac:chgData name="David BH" userId="2e3cfd3ca921f314" providerId="LiveId" clId="{15D362C4-ACB9-4D34-B8DF-7BD87B071497}" dt="2024-09-25T00:25:17.852" v="14173"/>
          <ac:spMkLst>
            <pc:docMk/>
            <pc:sldMk cId="4070756312" sldId="322"/>
            <ac:spMk id="80" creationId="{0046444F-D3A5-3FC9-F8C1-D447535C171B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82" creationId="{3ADEEB10-842B-5D51-D6A7-176E14C8ED0C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84" creationId="{4FDAE2F8-B589-6620-033C-62CE4FC5213D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85" creationId="{316C10E6-2F0C-E0ED-1C52-EF3933523D87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87" creationId="{61030C2B-5E05-828C-0A43-9FC3A5B7BDEB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88" creationId="{80064C5A-69B4-1FBB-48E3-F2CD2D4FE698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90" creationId="{721906A0-EF01-645D-BD30-F7B20FEE8CEA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91" creationId="{37D33FB7-F364-1B53-926B-E3BBBEFB8E9B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93" creationId="{FB3EDEE0-F65C-4AA4-95FA-5BDFE361C523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94" creationId="{FDDF6CDC-7BD1-442D-B7C9-9F04C5970DA0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96" creationId="{B2243791-62F7-7994-2A56-65E99CA9F2E4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97" creationId="{20730152-DE96-FE02-CAA6-A9016E8BFFE9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99" creationId="{4AE2CC00-5CCC-62B9-0ECC-99FA8574854C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00" creationId="{8125ECFB-6F85-1198-D20D-9A7237552B15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02" creationId="{FA3ADADA-C138-471D-A0EA-AE46FC04047B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03" creationId="{D0953FD7-89E3-C85D-FA92-CA6C09A809EF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04" creationId="{0EAB2F59-3CF2-2311-E75A-404E63D1C7D0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05" creationId="{FB87850E-9A98-B4A2-D7D4-E748F34740CA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06" creationId="{65269D6E-3EB8-7359-6D04-FFC86FBEDC3F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07" creationId="{914B3AE6-7516-DBE2-433E-24A9286ACA87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08" creationId="{CDE37C35-CC16-84BA-CA84-EAF5713E5DE3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09" creationId="{2DB7C122-12E4-6958-78DB-65B6E45D458C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10" creationId="{7BC4F444-D907-0FFB-8074-F49EE94A8D52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11" creationId="{4CDF9BDB-4B4B-06E2-CECE-7FECD1D5FE98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12" creationId="{D1C448FB-280B-452F-BB49-AD616158FDCC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13" creationId="{BD905A4A-928C-E87F-6D59-588047FBACB9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14" creationId="{00573581-BA52-4BDB-EB18-A02C383E7C37}"/>
          </ac:spMkLst>
        </pc:spChg>
        <pc:spChg chg="mod">
          <ac:chgData name="David BH" userId="2e3cfd3ca921f314" providerId="LiveId" clId="{15D362C4-ACB9-4D34-B8DF-7BD87B071497}" dt="2024-09-25T00:31:32.123" v="14203"/>
          <ac:spMkLst>
            <pc:docMk/>
            <pc:sldMk cId="4070756312" sldId="322"/>
            <ac:spMk id="115" creationId="{410D87C7-7D80-562E-035B-DACC4DAD350D}"/>
          </ac:spMkLst>
        </pc:spChg>
        <pc:spChg chg="mod">
          <ac:chgData name="David BH" userId="2e3cfd3ca921f314" providerId="LiveId" clId="{15D362C4-ACB9-4D34-B8DF-7BD87B071497}" dt="2024-09-25T00:32:12.972" v="14207" actId="14100"/>
          <ac:spMkLst>
            <pc:docMk/>
            <pc:sldMk cId="4070756312" sldId="322"/>
            <ac:spMk id="116" creationId="{15F1098F-7B83-0E87-EA1C-364366182FC0}"/>
          </ac:spMkLst>
        </pc:spChg>
        <pc:spChg chg="mod topLvl">
          <ac:chgData name="David BH" userId="2e3cfd3ca921f314" providerId="LiveId" clId="{15D362C4-ACB9-4D34-B8DF-7BD87B071497}" dt="2024-09-25T00:46:18.705" v="14577" actId="164"/>
          <ac:spMkLst>
            <pc:docMk/>
            <pc:sldMk cId="4070756312" sldId="322"/>
            <ac:spMk id="118" creationId="{8184D3DF-45BB-2DBC-042B-CD340B6B1EEE}"/>
          </ac:spMkLst>
        </pc:spChg>
        <pc:spChg chg="mod topLvl">
          <ac:chgData name="David BH" userId="2e3cfd3ca921f314" providerId="LiveId" clId="{15D362C4-ACB9-4D34-B8DF-7BD87B071497}" dt="2024-09-25T00:46:18.705" v="14577" actId="164"/>
          <ac:spMkLst>
            <pc:docMk/>
            <pc:sldMk cId="4070756312" sldId="322"/>
            <ac:spMk id="120" creationId="{DE7F63F2-3BDA-78B2-429F-02E0958F89AF}"/>
          </ac:spMkLst>
        </pc:spChg>
        <pc:spChg chg="mod topLvl">
          <ac:chgData name="David BH" userId="2e3cfd3ca921f314" providerId="LiveId" clId="{15D362C4-ACB9-4D34-B8DF-7BD87B071497}" dt="2024-09-25T01:04:11.199" v="14901" actId="20577"/>
          <ac:spMkLst>
            <pc:docMk/>
            <pc:sldMk cId="4070756312" sldId="322"/>
            <ac:spMk id="121" creationId="{220F6EEF-0BE0-BD9D-6BC2-5971B0F065C1}"/>
          </ac:spMkLst>
        </pc:spChg>
        <pc:spChg chg="del">
          <ac:chgData name="David BH" userId="2e3cfd3ca921f314" providerId="LiveId" clId="{15D362C4-ACB9-4D34-B8DF-7BD87B071497}" dt="2024-09-25T00:12:41.578" v="13938" actId="478"/>
          <ac:spMkLst>
            <pc:docMk/>
            <pc:sldMk cId="4070756312" sldId="322"/>
            <ac:spMk id="122" creationId="{922831E1-31DF-4125-9BCB-8937CAE543E1}"/>
          </ac:spMkLst>
        </pc:spChg>
        <pc:spChg chg="mod">
          <ac:chgData name="David BH" userId="2e3cfd3ca921f314" providerId="LiveId" clId="{15D362C4-ACB9-4D34-B8DF-7BD87B071497}" dt="2024-09-25T00:38:54.205" v="14276" actId="165"/>
          <ac:spMkLst>
            <pc:docMk/>
            <pc:sldMk cId="4070756312" sldId="322"/>
            <ac:spMk id="127" creationId="{0C83DBB9-9479-D5D0-8B1E-58F6F907F86E}"/>
          </ac:spMkLst>
        </pc:spChg>
        <pc:spChg chg="mod">
          <ac:chgData name="David BH" userId="2e3cfd3ca921f314" providerId="LiveId" clId="{15D362C4-ACB9-4D34-B8DF-7BD87B071497}" dt="2024-09-25T00:54:11.821" v="14717" actId="20577"/>
          <ac:spMkLst>
            <pc:docMk/>
            <pc:sldMk cId="4070756312" sldId="322"/>
            <ac:spMk id="128" creationId="{212B4947-E6CD-467B-AF72-9BC942B53E3E}"/>
          </ac:spMkLst>
        </pc:spChg>
        <pc:spChg chg="mod">
          <ac:chgData name="David BH" userId="2e3cfd3ca921f314" providerId="LiveId" clId="{15D362C4-ACB9-4D34-B8DF-7BD87B071497}" dt="2024-09-25T00:38:54.205" v="14276" actId="165"/>
          <ac:spMkLst>
            <pc:docMk/>
            <pc:sldMk cId="4070756312" sldId="322"/>
            <ac:spMk id="131" creationId="{17707C3C-D744-F8C4-A764-F2E9CEEB0959}"/>
          </ac:spMkLst>
        </pc:spChg>
        <pc:spChg chg="mod">
          <ac:chgData name="David BH" userId="2e3cfd3ca921f314" providerId="LiveId" clId="{15D362C4-ACB9-4D34-B8DF-7BD87B071497}" dt="2024-09-25T00:38:54.205" v="14276" actId="165"/>
          <ac:spMkLst>
            <pc:docMk/>
            <pc:sldMk cId="4070756312" sldId="322"/>
            <ac:spMk id="132" creationId="{C59937DC-A9A4-268A-A513-4110C5BFD7CA}"/>
          </ac:spMkLst>
        </pc:spChg>
        <pc:spChg chg="add del mod topLvl">
          <ac:chgData name="David BH" userId="2e3cfd3ca921f314" providerId="LiveId" clId="{15D362C4-ACB9-4D34-B8DF-7BD87B071497}" dt="2024-09-25T00:42:18.736" v="14400" actId="20577"/>
          <ac:spMkLst>
            <pc:docMk/>
            <pc:sldMk cId="4070756312" sldId="322"/>
            <ac:spMk id="134" creationId="{0A433E77-4A83-3D4C-A8EE-14CCF9BA599B}"/>
          </ac:spMkLst>
        </pc:spChg>
        <pc:spChg chg="mod">
          <ac:chgData name="David BH" userId="2e3cfd3ca921f314" providerId="LiveId" clId="{15D362C4-ACB9-4D34-B8DF-7BD87B071497}" dt="2024-09-25T00:34:54.351" v="14213"/>
          <ac:spMkLst>
            <pc:docMk/>
            <pc:sldMk cId="4070756312" sldId="322"/>
            <ac:spMk id="136" creationId="{305267E6-264A-BB83-D854-E2B98075DC61}"/>
          </ac:spMkLst>
        </pc:spChg>
        <pc:spChg chg="mod">
          <ac:chgData name="David BH" userId="2e3cfd3ca921f314" providerId="LiveId" clId="{15D362C4-ACB9-4D34-B8DF-7BD87B071497}" dt="2024-09-25T00:34:54.351" v="14213"/>
          <ac:spMkLst>
            <pc:docMk/>
            <pc:sldMk cId="4070756312" sldId="322"/>
            <ac:spMk id="138" creationId="{CA8BC8F3-4928-0B6D-9990-A831512B0342}"/>
          </ac:spMkLst>
        </pc:spChg>
        <pc:spChg chg="mod">
          <ac:chgData name="David BH" userId="2e3cfd3ca921f314" providerId="LiveId" clId="{15D362C4-ACB9-4D34-B8DF-7BD87B071497}" dt="2024-09-25T00:35:46.372" v="14225" actId="20577"/>
          <ac:spMkLst>
            <pc:docMk/>
            <pc:sldMk cId="4070756312" sldId="322"/>
            <ac:spMk id="139" creationId="{FE73C6AD-244A-F7B2-FE51-2CFF9DA22EFF}"/>
          </ac:spMkLst>
        </pc:spChg>
        <pc:spChg chg="mod">
          <ac:chgData name="David BH" userId="2e3cfd3ca921f314" providerId="LiveId" clId="{15D362C4-ACB9-4D34-B8DF-7BD87B071497}" dt="2024-09-25T00:34:54.351" v="14213"/>
          <ac:spMkLst>
            <pc:docMk/>
            <pc:sldMk cId="4070756312" sldId="322"/>
            <ac:spMk id="141" creationId="{BBD8FB36-C668-32CB-5304-8967AFEE59BB}"/>
          </ac:spMkLst>
        </pc:spChg>
        <pc:spChg chg="mod">
          <ac:chgData name="David BH" userId="2e3cfd3ca921f314" providerId="LiveId" clId="{15D362C4-ACB9-4D34-B8DF-7BD87B071497}" dt="2024-09-25T00:34:54.351" v="14213"/>
          <ac:spMkLst>
            <pc:docMk/>
            <pc:sldMk cId="4070756312" sldId="322"/>
            <ac:spMk id="142" creationId="{85B34936-3D9B-636D-1DD7-ABF35538503C}"/>
          </ac:spMkLst>
        </pc:spChg>
        <pc:spChg chg="mod">
          <ac:chgData name="David BH" userId="2e3cfd3ca921f314" providerId="LiveId" clId="{15D362C4-ACB9-4D34-B8DF-7BD87B071497}" dt="2024-09-25T00:34:54.351" v="14213"/>
          <ac:spMkLst>
            <pc:docMk/>
            <pc:sldMk cId="4070756312" sldId="322"/>
            <ac:spMk id="143" creationId="{213B5C12-DAE0-401E-B39F-56CDD6633462}"/>
          </ac:spMkLst>
        </pc:spChg>
        <pc:spChg chg="mod">
          <ac:chgData name="David BH" userId="2e3cfd3ca921f314" providerId="LiveId" clId="{15D362C4-ACB9-4D34-B8DF-7BD87B071497}" dt="2024-09-25T00:34:54.351" v="14213"/>
          <ac:spMkLst>
            <pc:docMk/>
            <pc:sldMk cId="4070756312" sldId="322"/>
            <ac:spMk id="145" creationId="{CCF0664C-6948-A057-4218-EB065AA338D0}"/>
          </ac:spMkLst>
        </pc:spChg>
        <pc:spChg chg="mod">
          <ac:chgData name="David BH" userId="2e3cfd3ca921f314" providerId="LiveId" clId="{15D362C4-ACB9-4D34-B8DF-7BD87B071497}" dt="2024-09-25T00:34:54.351" v="14213"/>
          <ac:spMkLst>
            <pc:docMk/>
            <pc:sldMk cId="4070756312" sldId="322"/>
            <ac:spMk id="147" creationId="{3EB3618E-6CC3-DF01-DBFF-4123E4D163E8}"/>
          </ac:spMkLst>
        </pc:spChg>
        <pc:spChg chg="mod">
          <ac:chgData name="David BH" userId="2e3cfd3ca921f314" providerId="LiveId" clId="{15D362C4-ACB9-4D34-B8DF-7BD87B071497}" dt="2024-09-25T00:34:54.351" v="14213"/>
          <ac:spMkLst>
            <pc:docMk/>
            <pc:sldMk cId="4070756312" sldId="322"/>
            <ac:spMk id="149" creationId="{3A4DE492-35EB-54D1-9B97-4E77D1298F1F}"/>
          </ac:spMkLst>
        </pc:spChg>
        <pc:spChg chg="mod">
          <ac:chgData name="David BH" userId="2e3cfd3ca921f314" providerId="LiveId" clId="{15D362C4-ACB9-4D34-B8DF-7BD87B071497}" dt="2024-09-25T00:35:47.493" v="14226" actId="20577"/>
          <ac:spMkLst>
            <pc:docMk/>
            <pc:sldMk cId="4070756312" sldId="322"/>
            <ac:spMk id="150" creationId="{87D6D1A9-3EFB-1BAA-EFFE-6F73FA3DAEBD}"/>
          </ac:spMkLst>
        </pc:spChg>
        <pc:spChg chg="mod">
          <ac:chgData name="David BH" userId="2e3cfd3ca921f314" providerId="LiveId" clId="{15D362C4-ACB9-4D34-B8DF-7BD87B071497}" dt="2024-09-25T00:34:54.351" v="14213"/>
          <ac:spMkLst>
            <pc:docMk/>
            <pc:sldMk cId="4070756312" sldId="322"/>
            <ac:spMk id="152" creationId="{1C48E87D-959A-F8AC-C869-F47CF47116B2}"/>
          </ac:spMkLst>
        </pc:spChg>
        <pc:spChg chg="mod">
          <ac:chgData name="David BH" userId="2e3cfd3ca921f314" providerId="LiveId" clId="{15D362C4-ACB9-4D34-B8DF-7BD87B071497}" dt="2024-09-25T00:34:54.351" v="14213"/>
          <ac:spMkLst>
            <pc:docMk/>
            <pc:sldMk cId="4070756312" sldId="322"/>
            <ac:spMk id="153" creationId="{08D6FA23-ED80-EA8F-859B-EE424127E3F8}"/>
          </ac:spMkLst>
        </pc:spChg>
        <pc:spChg chg="mod">
          <ac:chgData name="David BH" userId="2e3cfd3ca921f314" providerId="LiveId" clId="{15D362C4-ACB9-4D34-B8DF-7BD87B071497}" dt="2024-09-25T00:34:54.351" v="14213"/>
          <ac:spMkLst>
            <pc:docMk/>
            <pc:sldMk cId="4070756312" sldId="322"/>
            <ac:spMk id="154" creationId="{F70CBB76-BAF8-D9B5-94C5-8CB8F2AA87D9}"/>
          </ac:spMkLst>
        </pc:spChg>
        <pc:spChg chg="mod">
          <ac:chgData name="David BH" userId="2e3cfd3ca921f314" providerId="LiveId" clId="{15D362C4-ACB9-4D34-B8DF-7BD87B071497}" dt="2024-09-25T00:34:54.351" v="14213"/>
          <ac:spMkLst>
            <pc:docMk/>
            <pc:sldMk cId="4070756312" sldId="322"/>
            <ac:spMk id="156" creationId="{4440AA04-65C6-4139-91AF-C18D63542921}"/>
          </ac:spMkLst>
        </pc:spChg>
        <pc:spChg chg="add del mod">
          <ac:chgData name="David BH" userId="2e3cfd3ca921f314" providerId="LiveId" clId="{15D362C4-ACB9-4D34-B8DF-7BD87B071497}" dt="2024-09-25T01:09:10.072" v="14932" actId="1038"/>
          <ac:spMkLst>
            <pc:docMk/>
            <pc:sldMk cId="4070756312" sldId="322"/>
            <ac:spMk id="158" creationId="{C1E69DFE-28D4-DCE7-6D02-E4B2EC3B1A01}"/>
          </ac:spMkLst>
        </pc:spChg>
        <pc:spChg chg="add mod">
          <ac:chgData name="David BH" userId="2e3cfd3ca921f314" providerId="LiveId" clId="{15D362C4-ACB9-4D34-B8DF-7BD87B071497}" dt="2024-09-25T00:53:43.878" v="14711" actId="14100"/>
          <ac:spMkLst>
            <pc:docMk/>
            <pc:sldMk cId="4070756312" sldId="322"/>
            <ac:spMk id="160" creationId="{B996298C-2961-0E28-A889-D4065CA1E07A}"/>
          </ac:spMkLst>
        </pc:spChg>
        <pc:spChg chg="add mod">
          <ac:chgData name="David BH" userId="2e3cfd3ca921f314" providerId="LiveId" clId="{15D362C4-ACB9-4D34-B8DF-7BD87B071497}" dt="2024-09-25T00:53:21.707" v="14709" actId="1036"/>
          <ac:spMkLst>
            <pc:docMk/>
            <pc:sldMk cId="4070756312" sldId="322"/>
            <ac:spMk id="161" creationId="{3A0A6D74-FD33-4238-AECF-47B6EBCC7CA6}"/>
          </ac:spMkLst>
        </pc:spChg>
        <pc:spChg chg="mod">
          <ac:chgData name="David BH" userId="2e3cfd3ca921f314" providerId="LiveId" clId="{15D362C4-ACB9-4D34-B8DF-7BD87B071497}" dt="2024-09-25T00:54:41.579" v="14718"/>
          <ac:spMkLst>
            <pc:docMk/>
            <pc:sldMk cId="4070756312" sldId="322"/>
            <ac:spMk id="163" creationId="{6DC7AA61-FF9F-082D-FCEB-FFEEC39FA470}"/>
          </ac:spMkLst>
        </pc:spChg>
        <pc:spChg chg="mod">
          <ac:chgData name="David BH" userId="2e3cfd3ca921f314" providerId="LiveId" clId="{15D362C4-ACB9-4D34-B8DF-7BD87B071497}" dt="2024-09-25T01:01:31.391" v="14819" actId="207"/>
          <ac:spMkLst>
            <pc:docMk/>
            <pc:sldMk cId="4070756312" sldId="322"/>
            <ac:spMk id="165" creationId="{3AAA37A9-9043-53B7-D2CA-49163D880C60}"/>
          </ac:spMkLst>
        </pc:spChg>
        <pc:spChg chg="mod">
          <ac:chgData name="David BH" userId="2e3cfd3ca921f314" providerId="LiveId" clId="{15D362C4-ACB9-4D34-B8DF-7BD87B071497}" dt="2024-09-25T01:04:09.572" v="14900" actId="20577"/>
          <ac:spMkLst>
            <pc:docMk/>
            <pc:sldMk cId="4070756312" sldId="322"/>
            <ac:spMk id="166" creationId="{32597963-7AE5-2E8A-8C93-5ED65FCF45F7}"/>
          </ac:spMkLst>
        </pc:spChg>
        <pc:spChg chg="mod">
          <ac:chgData name="David BH" userId="2e3cfd3ca921f314" providerId="LiveId" clId="{15D362C4-ACB9-4D34-B8DF-7BD87B071497}" dt="2024-09-25T01:09:15.770" v="14935" actId="1038"/>
          <ac:spMkLst>
            <pc:docMk/>
            <pc:sldMk cId="4070756312" sldId="322"/>
            <ac:spMk id="167" creationId="{FB685556-F619-62C6-545D-AEF349B8A5E3}"/>
          </ac:spMkLst>
        </pc:spChg>
        <pc:spChg chg="mod">
          <ac:chgData name="David BH" userId="2e3cfd3ca921f314" providerId="LiveId" clId="{15D362C4-ACB9-4D34-B8DF-7BD87B071497}" dt="2024-09-25T00:54:41.579" v="14718"/>
          <ac:spMkLst>
            <pc:docMk/>
            <pc:sldMk cId="4070756312" sldId="322"/>
            <ac:spMk id="169" creationId="{55B57914-DA50-AD4A-6883-464A651D7DC4}"/>
          </ac:spMkLst>
        </pc:spChg>
        <pc:spChg chg="mod">
          <ac:chgData name="David BH" userId="2e3cfd3ca921f314" providerId="LiveId" clId="{15D362C4-ACB9-4D34-B8DF-7BD87B071497}" dt="2024-09-25T01:02:58.263" v="14859"/>
          <ac:spMkLst>
            <pc:docMk/>
            <pc:sldMk cId="4070756312" sldId="322"/>
            <ac:spMk id="171" creationId="{DE30D33C-3376-237E-2CA6-D1B63CCB9561}"/>
          </ac:spMkLst>
        </pc:spChg>
        <pc:spChg chg="mod">
          <ac:chgData name="David BH" userId="2e3cfd3ca921f314" providerId="LiveId" clId="{15D362C4-ACB9-4D34-B8DF-7BD87B071497}" dt="2024-09-25T01:02:58.263" v="14859"/>
          <ac:spMkLst>
            <pc:docMk/>
            <pc:sldMk cId="4070756312" sldId="322"/>
            <ac:spMk id="173" creationId="{16E8A4CC-C643-F58B-0769-48F6E29E9B6F}"/>
          </ac:spMkLst>
        </pc:spChg>
        <pc:spChg chg="mod">
          <ac:chgData name="David BH" userId="2e3cfd3ca921f314" providerId="LiveId" clId="{15D362C4-ACB9-4D34-B8DF-7BD87B071497}" dt="2024-09-25T01:02:58.263" v="14859"/>
          <ac:spMkLst>
            <pc:docMk/>
            <pc:sldMk cId="4070756312" sldId="322"/>
            <ac:spMk id="174" creationId="{9200583F-426F-2CEA-4D88-E1A817250DE5}"/>
          </ac:spMkLst>
        </pc:spChg>
        <pc:spChg chg="mod">
          <ac:chgData name="David BH" userId="2e3cfd3ca921f314" providerId="LiveId" clId="{15D362C4-ACB9-4D34-B8DF-7BD87B071497}" dt="2024-09-25T01:02:58.263" v="14859"/>
          <ac:spMkLst>
            <pc:docMk/>
            <pc:sldMk cId="4070756312" sldId="322"/>
            <ac:spMk id="175" creationId="{534D8017-2476-BE05-6377-E329FCF6E011}"/>
          </ac:spMkLst>
        </pc:spChg>
        <pc:spChg chg="mod">
          <ac:chgData name="David BH" userId="2e3cfd3ca921f314" providerId="LiveId" clId="{15D362C4-ACB9-4D34-B8DF-7BD87B071497}" dt="2024-09-25T01:02:58.263" v="14859"/>
          <ac:spMkLst>
            <pc:docMk/>
            <pc:sldMk cId="4070756312" sldId="322"/>
            <ac:spMk id="177" creationId="{1D57B6D7-5720-D207-8CDC-942D126C66AA}"/>
          </ac:spMkLst>
        </pc:spChg>
        <pc:spChg chg="mod">
          <ac:chgData name="David BH" userId="2e3cfd3ca921f314" providerId="LiveId" clId="{15D362C4-ACB9-4D34-B8DF-7BD87B071497}" dt="2024-09-25T01:03:04.570" v="14860"/>
          <ac:spMkLst>
            <pc:docMk/>
            <pc:sldMk cId="4070756312" sldId="322"/>
            <ac:spMk id="179" creationId="{95271F0B-85BD-160D-846A-359C1C233180}"/>
          </ac:spMkLst>
        </pc:spChg>
        <pc:spChg chg="mod">
          <ac:chgData name="David BH" userId="2e3cfd3ca921f314" providerId="LiveId" clId="{15D362C4-ACB9-4D34-B8DF-7BD87B071497}" dt="2024-09-25T01:10:14.033" v="14940" actId="20577"/>
          <ac:spMkLst>
            <pc:docMk/>
            <pc:sldMk cId="4070756312" sldId="322"/>
            <ac:spMk id="181" creationId="{F4B0EC0E-9955-C237-1F20-71CB5EC2AEE3}"/>
          </ac:spMkLst>
        </pc:spChg>
        <pc:spChg chg="mod">
          <ac:chgData name="David BH" userId="2e3cfd3ca921f314" providerId="LiveId" clId="{15D362C4-ACB9-4D34-B8DF-7BD87B071497}" dt="2024-09-25T01:10:50.210" v="14987" actId="313"/>
          <ac:spMkLst>
            <pc:docMk/>
            <pc:sldMk cId="4070756312" sldId="322"/>
            <ac:spMk id="182" creationId="{5A1D7FB7-5F67-5305-57F8-A8EA699338F1}"/>
          </ac:spMkLst>
        </pc:spChg>
        <pc:spChg chg="mod">
          <ac:chgData name="David BH" userId="2e3cfd3ca921f314" providerId="LiveId" clId="{15D362C4-ACB9-4D34-B8DF-7BD87B071497}" dt="2024-09-25T01:10:01.179" v="14937" actId="207"/>
          <ac:spMkLst>
            <pc:docMk/>
            <pc:sldMk cId="4070756312" sldId="322"/>
            <ac:spMk id="183" creationId="{FD16F9B8-866A-1B15-C303-12AC1232F3A5}"/>
          </ac:spMkLst>
        </pc:spChg>
        <pc:spChg chg="mod">
          <ac:chgData name="David BH" userId="2e3cfd3ca921f314" providerId="LiveId" clId="{15D362C4-ACB9-4D34-B8DF-7BD87B071497}" dt="2024-09-25T01:03:04.570" v="14860"/>
          <ac:spMkLst>
            <pc:docMk/>
            <pc:sldMk cId="4070756312" sldId="322"/>
            <ac:spMk id="185" creationId="{5E03948D-5BC4-399F-957A-FEF572063106}"/>
          </ac:spMkLst>
        </pc:spChg>
        <pc:grpChg chg="del">
          <ac:chgData name="David BH" userId="2e3cfd3ca921f314" providerId="LiveId" clId="{15D362C4-ACB9-4D34-B8DF-7BD87B071497}" dt="2024-09-25T00:12:41.578" v="13938" actId="478"/>
          <ac:grpSpMkLst>
            <pc:docMk/>
            <pc:sldMk cId="4070756312" sldId="322"/>
            <ac:grpSpMk id="4" creationId="{36AE93A2-DC9A-883C-62D0-C8D593CB598E}"/>
          </ac:grpSpMkLst>
        </pc:grpChg>
        <pc:grpChg chg="del">
          <ac:chgData name="David BH" userId="2e3cfd3ca921f314" providerId="LiveId" clId="{15D362C4-ACB9-4D34-B8DF-7BD87B071497}" dt="2024-09-25T00:12:41.578" v="13938" actId="478"/>
          <ac:grpSpMkLst>
            <pc:docMk/>
            <pc:sldMk cId="4070756312" sldId="322"/>
            <ac:grpSpMk id="11" creationId="{A299F45B-EAE8-1869-E2E1-19D4C62BF27D}"/>
          </ac:grpSpMkLst>
        </pc:grpChg>
        <pc:grpChg chg="del">
          <ac:chgData name="David BH" userId="2e3cfd3ca921f314" providerId="LiveId" clId="{15D362C4-ACB9-4D34-B8DF-7BD87B071497}" dt="2024-09-25T00:12:41.578" v="13938" actId="478"/>
          <ac:grpSpMkLst>
            <pc:docMk/>
            <pc:sldMk cId="4070756312" sldId="322"/>
            <ac:grpSpMk id="18" creationId="{831836C6-F323-4287-9087-E0F057D3DE26}"/>
          </ac:grpSpMkLst>
        </pc:grpChg>
        <pc:grpChg chg="del">
          <ac:chgData name="David BH" userId="2e3cfd3ca921f314" providerId="LiveId" clId="{15D362C4-ACB9-4D34-B8DF-7BD87B071497}" dt="2024-09-25T00:12:41.578" v="13938" actId="478"/>
          <ac:grpSpMkLst>
            <pc:docMk/>
            <pc:sldMk cId="4070756312" sldId="322"/>
            <ac:grpSpMk id="24" creationId="{57C87A94-A79B-4134-80A6-FFF8012F2484}"/>
          </ac:grpSpMkLst>
        </pc:grpChg>
        <pc:grpChg chg="del">
          <ac:chgData name="David BH" userId="2e3cfd3ca921f314" providerId="LiveId" clId="{15D362C4-ACB9-4D34-B8DF-7BD87B071497}" dt="2024-09-25T00:12:41.578" v="13938" actId="478"/>
          <ac:grpSpMkLst>
            <pc:docMk/>
            <pc:sldMk cId="4070756312" sldId="322"/>
            <ac:grpSpMk id="29" creationId="{4B870FF4-C0AB-B1F1-A486-BE84FADEECC5}"/>
          </ac:grpSpMkLst>
        </pc:grpChg>
        <pc:grpChg chg="del">
          <ac:chgData name="David BH" userId="2e3cfd3ca921f314" providerId="LiveId" clId="{15D362C4-ACB9-4D34-B8DF-7BD87B071497}" dt="2024-09-25T00:12:41.578" v="13938" actId="478"/>
          <ac:grpSpMkLst>
            <pc:docMk/>
            <pc:sldMk cId="4070756312" sldId="322"/>
            <ac:grpSpMk id="30" creationId="{86F03843-249D-4613-A818-1A9BC7E0376F}"/>
          </ac:grpSpMkLst>
        </pc:grpChg>
        <pc:grpChg chg="del">
          <ac:chgData name="David BH" userId="2e3cfd3ca921f314" providerId="LiveId" clId="{15D362C4-ACB9-4D34-B8DF-7BD87B071497}" dt="2024-09-25T00:12:41.578" v="13938" actId="478"/>
          <ac:grpSpMkLst>
            <pc:docMk/>
            <pc:sldMk cId="4070756312" sldId="322"/>
            <ac:grpSpMk id="36" creationId="{BC09A931-854B-4B37-8A67-C4A960EAA344}"/>
          </ac:grpSpMkLst>
        </pc:grpChg>
        <pc:grpChg chg="add del mod">
          <ac:chgData name="David BH" userId="2e3cfd3ca921f314" providerId="LiveId" clId="{15D362C4-ACB9-4D34-B8DF-7BD87B071497}" dt="2024-09-25T00:27:18.919" v="14184" actId="478"/>
          <ac:grpSpMkLst>
            <pc:docMk/>
            <pc:sldMk cId="4070756312" sldId="322"/>
            <ac:grpSpMk id="43" creationId="{568B3E47-467D-0CA9-FB16-B312E2765630}"/>
          </ac:grpSpMkLst>
        </pc:grpChg>
        <pc:grpChg chg="mod">
          <ac:chgData name="David BH" userId="2e3cfd3ca921f314" providerId="LiveId" clId="{15D362C4-ACB9-4D34-B8DF-7BD87B071497}" dt="2024-09-25T00:25:17.852" v="14173"/>
          <ac:grpSpMkLst>
            <pc:docMk/>
            <pc:sldMk cId="4070756312" sldId="322"/>
            <ac:grpSpMk id="45" creationId="{4B06DA62-2F90-B081-CB7D-E8D1A07BFA84}"/>
          </ac:grpSpMkLst>
        </pc:grpChg>
        <pc:grpChg chg="mod">
          <ac:chgData name="David BH" userId="2e3cfd3ca921f314" providerId="LiveId" clId="{15D362C4-ACB9-4D34-B8DF-7BD87B071497}" dt="2024-09-25T00:25:17.852" v="14173"/>
          <ac:grpSpMkLst>
            <pc:docMk/>
            <pc:sldMk cId="4070756312" sldId="322"/>
            <ac:grpSpMk id="48" creationId="{54DE17E6-2C2D-B9A7-0BB5-45FC34375563}"/>
          </ac:grpSpMkLst>
        </pc:grpChg>
        <pc:grpChg chg="mod">
          <ac:chgData name="David BH" userId="2e3cfd3ca921f314" providerId="LiveId" clId="{15D362C4-ACB9-4D34-B8DF-7BD87B071497}" dt="2024-09-25T00:25:17.852" v="14173"/>
          <ac:grpSpMkLst>
            <pc:docMk/>
            <pc:sldMk cId="4070756312" sldId="322"/>
            <ac:grpSpMk id="51" creationId="{91819C69-3A82-F9C5-C6EB-29FFA36D80AE}"/>
          </ac:grpSpMkLst>
        </pc:grpChg>
        <pc:grpChg chg="mod">
          <ac:chgData name="David BH" userId="2e3cfd3ca921f314" providerId="LiveId" clId="{15D362C4-ACB9-4D34-B8DF-7BD87B071497}" dt="2024-09-25T00:25:17.852" v="14173"/>
          <ac:grpSpMkLst>
            <pc:docMk/>
            <pc:sldMk cId="4070756312" sldId="322"/>
            <ac:grpSpMk id="54" creationId="{BFF3342A-0335-A29E-AC81-6835B403E67D}"/>
          </ac:grpSpMkLst>
        </pc:grpChg>
        <pc:grpChg chg="mod">
          <ac:chgData name="David BH" userId="2e3cfd3ca921f314" providerId="LiveId" clId="{15D362C4-ACB9-4D34-B8DF-7BD87B071497}" dt="2024-09-25T00:25:17.852" v="14173"/>
          <ac:grpSpMkLst>
            <pc:docMk/>
            <pc:sldMk cId="4070756312" sldId="322"/>
            <ac:grpSpMk id="57" creationId="{1936385E-5ED4-E250-1E0D-44BEFEB3FD20}"/>
          </ac:grpSpMkLst>
        </pc:grpChg>
        <pc:grpChg chg="mod">
          <ac:chgData name="David BH" userId="2e3cfd3ca921f314" providerId="LiveId" clId="{15D362C4-ACB9-4D34-B8DF-7BD87B071497}" dt="2024-09-25T00:25:17.852" v="14173"/>
          <ac:grpSpMkLst>
            <pc:docMk/>
            <pc:sldMk cId="4070756312" sldId="322"/>
            <ac:grpSpMk id="60" creationId="{42BD7F59-0D94-5350-17AA-AEE6B3B5538E}"/>
          </ac:grpSpMkLst>
        </pc:grpChg>
        <pc:grpChg chg="mod">
          <ac:chgData name="David BH" userId="2e3cfd3ca921f314" providerId="LiveId" clId="{15D362C4-ACB9-4D34-B8DF-7BD87B071497}" dt="2024-09-25T00:25:17.852" v="14173"/>
          <ac:grpSpMkLst>
            <pc:docMk/>
            <pc:sldMk cId="4070756312" sldId="322"/>
            <ac:grpSpMk id="63" creationId="{8EF14804-88DE-8FBC-EC35-648E88CDF8F6}"/>
          </ac:grpSpMkLst>
        </pc:grpChg>
        <pc:grpChg chg="add del mod">
          <ac:chgData name="David BH" userId="2e3cfd3ca921f314" providerId="LiveId" clId="{15D362C4-ACB9-4D34-B8DF-7BD87B071497}" dt="2024-09-25T00:34:25.979" v="14208" actId="478"/>
          <ac:grpSpMkLst>
            <pc:docMk/>
            <pc:sldMk cId="4070756312" sldId="322"/>
            <ac:grpSpMk id="81" creationId="{AFAE5D6E-D2DA-50F8-905E-6936FB5A4DC9}"/>
          </ac:grpSpMkLst>
        </pc:grpChg>
        <pc:grpChg chg="mod">
          <ac:chgData name="David BH" userId="2e3cfd3ca921f314" providerId="LiveId" clId="{15D362C4-ACB9-4D34-B8DF-7BD87B071497}" dt="2024-09-25T00:31:32.123" v="14203"/>
          <ac:grpSpMkLst>
            <pc:docMk/>
            <pc:sldMk cId="4070756312" sldId="322"/>
            <ac:grpSpMk id="83" creationId="{1B781B48-A71A-6247-9497-A63AC9E97AC5}"/>
          </ac:grpSpMkLst>
        </pc:grpChg>
        <pc:grpChg chg="mod">
          <ac:chgData name="David BH" userId="2e3cfd3ca921f314" providerId="LiveId" clId="{15D362C4-ACB9-4D34-B8DF-7BD87B071497}" dt="2024-09-25T00:31:32.123" v="14203"/>
          <ac:grpSpMkLst>
            <pc:docMk/>
            <pc:sldMk cId="4070756312" sldId="322"/>
            <ac:grpSpMk id="86" creationId="{A44D6765-2A81-E9B8-67DA-C99A84111ECA}"/>
          </ac:grpSpMkLst>
        </pc:grpChg>
        <pc:grpChg chg="mod">
          <ac:chgData name="David BH" userId="2e3cfd3ca921f314" providerId="LiveId" clId="{15D362C4-ACB9-4D34-B8DF-7BD87B071497}" dt="2024-09-25T00:31:32.123" v="14203"/>
          <ac:grpSpMkLst>
            <pc:docMk/>
            <pc:sldMk cId="4070756312" sldId="322"/>
            <ac:grpSpMk id="89" creationId="{3FBC6305-CCF1-8FC8-19B0-977B513403C0}"/>
          </ac:grpSpMkLst>
        </pc:grpChg>
        <pc:grpChg chg="mod">
          <ac:chgData name="David BH" userId="2e3cfd3ca921f314" providerId="LiveId" clId="{15D362C4-ACB9-4D34-B8DF-7BD87B071497}" dt="2024-09-25T00:31:32.123" v="14203"/>
          <ac:grpSpMkLst>
            <pc:docMk/>
            <pc:sldMk cId="4070756312" sldId="322"/>
            <ac:grpSpMk id="92" creationId="{1FCA1633-6A9D-73C7-8CA1-E12C66D346D5}"/>
          </ac:grpSpMkLst>
        </pc:grpChg>
        <pc:grpChg chg="mod">
          <ac:chgData name="David BH" userId="2e3cfd3ca921f314" providerId="LiveId" clId="{15D362C4-ACB9-4D34-B8DF-7BD87B071497}" dt="2024-09-25T00:31:32.123" v="14203"/>
          <ac:grpSpMkLst>
            <pc:docMk/>
            <pc:sldMk cId="4070756312" sldId="322"/>
            <ac:grpSpMk id="95" creationId="{D6A50794-0770-31B6-0F92-317FEA9DFC92}"/>
          </ac:grpSpMkLst>
        </pc:grpChg>
        <pc:grpChg chg="mod">
          <ac:chgData name="David BH" userId="2e3cfd3ca921f314" providerId="LiveId" clId="{15D362C4-ACB9-4D34-B8DF-7BD87B071497}" dt="2024-09-25T00:31:32.123" v="14203"/>
          <ac:grpSpMkLst>
            <pc:docMk/>
            <pc:sldMk cId="4070756312" sldId="322"/>
            <ac:grpSpMk id="98" creationId="{C66BADB0-8B71-777F-882C-F59959349194}"/>
          </ac:grpSpMkLst>
        </pc:grpChg>
        <pc:grpChg chg="mod">
          <ac:chgData name="David BH" userId="2e3cfd3ca921f314" providerId="LiveId" clId="{15D362C4-ACB9-4D34-B8DF-7BD87B071497}" dt="2024-09-25T00:31:32.123" v="14203"/>
          <ac:grpSpMkLst>
            <pc:docMk/>
            <pc:sldMk cId="4070756312" sldId="322"/>
            <ac:grpSpMk id="101" creationId="{37380038-2561-5210-B501-322B611BCE0B}"/>
          </ac:grpSpMkLst>
        </pc:grpChg>
        <pc:grpChg chg="add del mod">
          <ac:chgData name="David BH" userId="2e3cfd3ca921f314" providerId="LiveId" clId="{15D362C4-ACB9-4D34-B8DF-7BD87B071497}" dt="2024-09-25T00:38:54.205" v="14276" actId="165"/>
          <ac:grpSpMkLst>
            <pc:docMk/>
            <pc:sldMk cId="4070756312" sldId="322"/>
            <ac:grpSpMk id="117" creationId="{CCD8CF77-BB5D-1EBC-A166-76A4F0CA0A54}"/>
          </ac:grpSpMkLst>
        </pc:grpChg>
        <pc:grpChg chg="add del mod topLvl">
          <ac:chgData name="David BH" userId="2e3cfd3ca921f314" providerId="LiveId" clId="{15D362C4-ACB9-4D34-B8DF-7BD87B071497}" dt="2024-09-25T00:46:18.705" v="14577" actId="164"/>
          <ac:grpSpMkLst>
            <pc:docMk/>
            <pc:sldMk cId="4070756312" sldId="322"/>
            <ac:grpSpMk id="119" creationId="{D6DEF006-496B-2408-F45F-FACE111D41E1}"/>
          </ac:grpSpMkLst>
        </pc:grpChg>
        <pc:grpChg chg="del">
          <ac:chgData name="David BH" userId="2e3cfd3ca921f314" providerId="LiveId" clId="{15D362C4-ACB9-4D34-B8DF-7BD87B071497}" dt="2024-09-25T00:12:41.578" v="13938" actId="478"/>
          <ac:grpSpMkLst>
            <pc:docMk/>
            <pc:sldMk cId="4070756312" sldId="322"/>
            <ac:grpSpMk id="123" creationId="{08F666DF-6069-4309-98CB-67441794E384}"/>
          </ac:grpSpMkLst>
        </pc:grpChg>
        <pc:grpChg chg="del mod topLvl">
          <ac:chgData name="David BH" userId="2e3cfd3ca921f314" providerId="LiveId" clId="{15D362C4-ACB9-4D34-B8DF-7BD87B071497}" dt="2024-09-25T00:39:00.590" v="14277" actId="478"/>
          <ac:grpSpMkLst>
            <pc:docMk/>
            <pc:sldMk cId="4070756312" sldId="322"/>
            <ac:grpSpMk id="126" creationId="{891F1751-1BEB-1BC3-6ADD-BE33E84308A9}"/>
          </ac:grpSpMkLst>
        </pc:grpChg>
        <pc:grpChg chg="add del mod">
          <ac:chgData name="David BH" userId="2e3cfd3ca921f314" providerId="LiveId" clId="{15D362C4-ACB9-4D34-B8DF-7BD87B071497}" dt="2024-09-25T00:49:19.806" v="14644" actId="478"/>
          <ac:grpSpMkLst>
            <pc:docMk/>
            <pc:sldMk cId="4070756312" sldId="322"/>
            <ac:grpSpMk id="135" creationId="{FA76AC27-EFE6-BF18-ADEA-A2F7FABDB08A}"/>
          </ac:grpSpMkLst>
        </pc:grpChg>
        <pc:grpChg chg="mod">
          <ac:chgData name="David BH" userId="2e3cfd3ca921f314" providerId="LiveId" clId="{15D362C4-ACB9-4D34-B8DF-7BD87B071497}" dt="2024-09-25T00:34:54.351" v="14213"/>
          <ac:grpSpMkLst>
            <pc:docMk/>
            <pc:sldMk cId="4070756312" sldId="322"/>
            <ac:grpSpMk id="137" creationId="{A911FAD6-8607-B377-ECF2-17F2AA4C2A68}"/>
          </ac:grpSpMkLst>
        </pc:grpChg>
        <pc:grpChg chg="mod">
          <ac:chgData name="David BH" userId="2e3cfd3ca921f314" providerId="LiveId" clId="{15D362C4-ACB9-4D34-B8DF-7BD87B071497}" dt="2024-09-25T00:34:54.351" v="14213"/>
          <ac:grpSpMkLst>
            <pc:docMk/>
            <pc:sldMk cId="4070756312" sldId="322"/>
            <ac:grpSpMk id="140" creationId="{26DDE5F3-BEDB-3FBC-2C11-22102220F4EB}"/>
          </ac:grpSpMkLst>
        </pc:grpChg>
        <pc:grpChg chg="add del mod">
          <ac:chgData name="David BH" userId="2e3cfd3ca921f314" providerId="LiveId" clId="{15D362C4-ACB9-4D34-B8DF-7BD87B071497}" dt="2024-09-25T00:49:21.070" v="14645" actId="478"/>
          <ac:grpSpMkLst>
            <pc:docMk/>
            <pc:sldMk cId="4070756312" sldId="322"/>
            <ac:grpSpMk id="146" creationId="{269D09A7-8CDC-07DF-1F7F-8AD6C18DE880}"/>
          </ac:grpSpMkLst>
        </pc:grpChg>
        <pc:grpChg chg="mod">
          <ac:chgData name="David BH" userId="2e3cfd3ca921f314" providerId="LiveId" clId="{15D362C4-ACB9-4D34-B8DF-7BD87B071497}" dt="2024-09-25T00:34:54.351" v="14213"/>
          <ac:grpSpMkLst>
            <pc:docMk/>
            <pc:sldMk cId="4070756312" sldId="322"/>
            <ac:grpSpMk id="148" creationId="{8C845700-0EC1-678A-2643-4663A3619D2F}"/>
          </ac:grpSpMkLst>
        </pc:grpChg>
        <pc:grpChg chg="mod">
          <ac:chgData name="David BH" userId="2e3cfd3ca921f314" providerId="LiveId" clId="{15D362C4-ACB9-4D34-B8DF-7BD87B071497}" dt="2024-09-25T00:34:54.351" v="14213"/>
          <ac:grpSpMkLst>
            <pc:docMk/>
            <pc:sldMk cId="4070756312" sldId="322"/>
            <ac:grpSpMk id="151" creationId="{7E67B608-3FAA-8599-D04A-7138943BFB12}"/>
          </ac:grpSpMkLst>
        </pc:grpChg>
        <pc:grpChg chg="add del mod">
          <ac:chgData name="David BH" userId="2e3cfd3ca921f314" providerId="LiveId" clId="{15D362C4-ACB9-4D34-B8DF-7BD87B071497}" dt="2024-09-25T00:39:41.501" v="14325" actId="165"/>
          <ac:grpSpMkLst>
            <pc:docMk/>
            <pc:sldMk cId="4070756312" sldId="322"/>
            <ac:grpSpMk id="157" creationId="{EBF74330-7CB5-560D-93C5-E97DC6CAF1E9}"/>
          </ac:grpSpMkLst>
        </pc:grpChg>
        <pc:grpChg chg="add mod">
          <ac:chgData name="David BH" userId="2e3cfd3ca921f314" providerId="LiveId" clId="{15D362C4-ACB9-4D34-B8DF-7BD87B071497}" dt="2024-09-25T01:03:14.438" v="14871" actId="1036"/>
          <ac:grpSpMkLst>
            <pc:docMk/>
            <pc:sldMk cId="4070756312" sldId="322"/>
            <ac:grpSpMk id="159" creationId="{826B0A48-CB84-589E-6F9A-B8FB1E3CF644}"/>
          </ac:grpSpMkLst>
        </pc:grpChg>
        <pc:grpChg chg="add mod">
          <ac:chgData name="David BH" userId="2e3cfd3ca921f314" providerId="LiveId" clId="{15D362C4-ACB9-4D34-B8DF-7BD87B071497}" dt="2024-09-25T01:03:14.438" v="14871" actId="1036"/>
          <ac:grpSpMkLst>
            <pc:docMk/>
            <pc:sldMk cId="4070756312" sldId="322"/>
            <ac:grpSpMk id="162" creationId="{C34E8B07-411E-6240-85EF-8A946D8B8CDA}"/>
          </ac:grpSpMkLst>
        </pc:grpChg>
        <pc:grpChg chg="mod">
          <ac:chgData name="David BH" userId="2e3cfd3ca921f314" providerId="LiveId" clId="{15D362C4-ACB9-4D34-B8DF-7BD87B071497}" dt="2024-09-25T00:54:41.579" v="14718"/>
          <ac:grpSpMkLst>
            <pc:docMk/>
            <pc:sldMk cId="4070756312" sldId="322"/>
            <ac:grpSpMk id="164" creationId="{1D0811FB-1169-E45D-4ACD-2CDBD7552392}"/>
          </ac:grpSpMkLst>
        </pc:grpChg>
        <pc:grpChg chg="add mod">
          <ac:chgData name="David BH" userId="2e3cfd3ca921f314" providerId="LiveId" clId="{15D362C4-ACB9-4D34-B8DF-7BD87B071497}" dt="2024-09-25T01:02:58.263" v="14859"/>
          <ac:grpSpMkLst>
            <pc:docMk/>
            <pc:sldMk cId="4070756312" sldId="322"/>
            <ac:grpSpMk id="170" creationId="{64428245-3A68-3A3B-BBFA-535918DC2C11}"/>
          </ac:grpSpMkLst>
        </pc:grpChg>
        <pc:grpChg chg="mod">
          <ac:chgData name="David BH" userId="2e3cfd3ca921f314" providerId="LiveId" clId="{15D362C4-ACB9-4D34-B8DF-7BD87B071497}" dt="2024-09-25T01:02:58.263" v="14859"/>
          <ac:grpSpMkLst>
            <pc:docMk/>
            <pc:sldMk cId="4070756312" sldId="322"/>
            <ac:grpSpMk id="172" creationId="{C15499DB-04FA-5210-4BBB-F6FAB456ABE4}"/>
          </ac:grpSpMkLst>
        </pc:grpChg>
        <pc:grpChg chg="add mod">
          <ac:chgData name="David BH" userId="2e3cfd3ca921f314" providerId="LiveId" clId="{15D362C4-ACB9-4D34-B8DF-7BD87B071497}" dt="2024-09-25T01:10:55.859" v="14998" actId="1037"/>
          <ac:grpSpMkLst>
            <pc:docMk/>
            <pc:sldMk cId="4070756312" sldId="322"/>
            <ac:grpSpMk id="178" creationId="{6BB0B38A-6E54-8136-0451-C71CA073A54E}"/>
          </ac:grpSpMkLst>
        </pc:grpChg>
        <pc:grpChg chg="mod">
          <ac:chgData name="David BH" userId="2e3cfd3ca921f314" providerId="LiveId" clId="{15D362C4-ACB9-4D34-B8DF-7BD87B071497}" dt="2024-09-25T01:03:04.570" v="14860"/>
          <ac:grpSpMkLst>
            <pc:docMk/>
            <pc:sldMk cId="4070756312" sldId="322"/>
            <ac:grpSpMk id="180" creationId="{FD3DCBA9-183F-D4D1-1416-3534A910B775}"/>
          </ac:grpSpMkLst>
        </pc:grpChg>
        <pc:graphicFrameChg chg="add mod">
          <ac:chgData name="David BH" userId="2e3cfd3ca921f314" providerId="LiveId" clId="{15D362C4-ACB9-4D34-B8DF-7BD87B071497}" dt="2024-09-25T00:15:04.504" v="13940"/>
          <ac:graphicFrameMkLst>
            <pc:docMk/>
            <pc:sldMk cId="4070756312" sldId="322"/>
            <ac:graphicFrameMk id="2" creationId="{98E0AFF3-B424-AC72-246B-59AF06C780E1}"/>
          </ac:graphicFrameMkLst>
        </pc:graphicFrameChg>
        <pc:graphicFrameChg chg="del">
          <ac:chgData name="David BH" userId="2e3cfd3ca921f314" providerId="LiveId" clId="{15D362C4-ACB9-4D34-B8DF-7BD87B071497}" dt="2024-09-25T00:12:41.578" v="13938" actId="478"/>
          <ac:graphicFrameMkLst>
            <pc:docMk/>
            <pc:sldMk cId="4070756312" sldId="322"/>
            <ac:graphicFrameMk id="40" creationId="{18162A1C-5D5A-4433-8DB2-134D67A3D5CB}"/>
          </ac:graphicFrameMkLst>
        </pc:graphicFrameChg>
        <pc:graphicFrameChg chg="mod topLvl">
          <ac:chgData name="David BH" userId="2e3cfd3ca921f314" providerId="LiveId" clId="{15D362C4-ACB9-4D34-B8DF-7BD87B071497}" dt="2024-09-25T00:42:12.183" v="14398" actId="478"/>
          <ac:graphicFrameMkLst>
            <pc:docMk/>
            <pc:sldMk cId="4070756312" sldId="322"/>
            <ac:graphicFrameMk id="133" creationId="{5EDCF257-058B-4E23-A0F3-1E9B2E4A7F4B}"/>
          </ac:graphicFrameMkLst>
        </pc:graphicFrameChg>
        <pc:graphicFrameChg chg="mod">
          <ac:chgData name="David BH" userId="2e3cfd3ca921f314" providerId="LiveId" clId="{15D362C4-ACB9-4D34-B8DF-7BD87B071497}" dt="2024-09-25T00:34:54.351" v="14213"/>
          <ac:graphicFrameMkLst>
            <pc:docMk/>
            <pc:sldMk cId="4070756312" sldId="322"/>
            <ac:graphicFrameMk id="144" creationId="{BCEDA86B-36DE-AD96-3B42-D0A61F6C8FA6}"/>
          </ac:graphicFrameMkLst>
        </pc:graphicFrameChg>
        <pc:graphicFrameChg chg="mod">
          <ac:chgData name="David BH" userId="2e3cfd3ca921f314" providerId="LiveId" clId="{15D362C4-ACB9-4D34-B8DF-7BD87B071497}" dt="2024-09-25T00:34:54.351" v="14213"/>
          <ac:graphicFrameMkLst>
            <pc:docMk/>
            <pc:sldMk cId="4070756312" sldId="322"/>
            <ac:graphicFrameMk id="155" creationId="{B91A895D-0537-3A38-85CA-CDAC0B205074}"/>
          </ac:graphicFrameMkLst>
        </pc:graphicFrameChg>
        <pc:graphicFrameChg chg="mod">
          <ac:chgData name="David BH" userId="2e3cfd3ca921f314" providerId="LiveId" clId="{15D362C4-ACB9-4D34-B8DF-7BD87B071497}" dt="2024-09-25T01:01:27.981" v="14818" actId="207"/>
          <ac:graphicFrameMkLst>
            <pc:docMk/>
            <pc:sldMk cId="4070756312" sldId="322"/>
            <ac:graphicFrameMk id="168" creationId="{C526EC7C-A0FD-E185-F655-44504981CB19}"/>
          </ac:graphicFrameMkLst>
        </pc:graphicFrameChg>
        <pc:graphicFrameChg chg="mod">
          <ac:chgData name="David BH" userId="2e3cfd3ca921f314" providerId="LiveId" clId="{15D362C4-ACB9-4D34-B8DF-7BD87B071497}" dt="2024-09-25T01:02:58.263" v="14859"/>
          <ac:graphicFrameMkLst>
            <pc:docMk/>
            <pc:sldMk cId="4070756312" sldId="322"/>
            <ac:graphicFrameMk id="176" creationId="{320B40B5-927A-0A17-146B-469B8DAC4B89}"/>
          </ac:graphicFrameMkLst>
        </pc:graphicFrameChg>
        <pc:graphicFrameChg chg="mod">
          <ac:chgData name="David BH" userId="2e3cfd3ca921f314" providerId="LiveId" clId="{15D362C4-ACB9-4D34-B8DF-7BD87B071497}" dt="2024-09-25T01:09:56.149" v="14936" actId="207"/>
          <ac:graphicFrameMkLst>
            <pc:docMk/>
            <pc:sldMk cId="4070756312" sldId="322"/>
            <ac:graphicFrameMk id="184" creationId="{5BD9B90B-C1ED-035E-400D-661008C786DF}"/>
          </ac:graphicFrameMkLst>
        </pc:graphicFrameChg>
        <pc:picChg chg="add mod">
          <ac:chgData name="David BH" userId="2e3cfd3ca921f314" providerId="LiveId" clId="{15D362C4-ACB9-4D34-B8DF-7BD87B071497}" dt="2024-09-25T00:53:21.707" v="14709" actId="1036"/>
          <ac:picMkLst>
            <pc:docMk/>
            <pc:sldMk cId="4070756312" sldId="322"/>
            <ac:picMk id="8" creationId="{AD7A7B12-9BBA-045E-0DFA-163D0FA4F111}"/>
          </ac:picMkLst>
        </pc:picChg>
        <pc:picChg chg="add mod">
          <ac:chgData name="David BH" userId="2e3cfd3ca921f314" providerId="LiveId" clId="{15D362C4-ACB9-4D34-B8DF-7BD87B071497}" dt="2024-09-25T00:53:33.539" v="14710" actId="14100"/>
          <ac:picMkLst>
            <pc:docMk/>
            <pc:sldMk cId="4070756312" sldId="322"/>
            <ac:picMk id="9" creationId="{2CCEB99A-A3C6-1DC3-D000-5A08A281DCC4}"/>
          </ac:picMkLst>
        </pc:picChg>
      </pc:sldChg>
      <pc:sldMasterChg chg="delSldLayout modSldLayout">
        <pc:chgData name="David BH" userId="2e3cfd3ca921f314" providerId="LiveId" clId="{15D362C4-ACB9-4D34-B8DF-7BD87B071497}" dt="2024-09-23T19:21:20.169" v="5136" actId="2696"/>
        <pc:sldMasterMkLst>
          <pc:docMk/>
          <pc:sldMasterMk cId="1840170835" sldId="2147483657"/>
        </pc:sldMasterMkLst>
        <pc:sldLayoutChg chg="del">
          <pc:chgData name="David BH" userId="2e3cfd3ca921f314" providerId="LiveId" clId="{15D362C4-ACB9-4D34-B8DF-7BD87B071497}" dt="2024-09-22T23:18:11.260" v="4593" actId="2696"/>
          <pc:sldLayoutMkLst>
            <pc:docMk/>
            <pc:sldMasterMk cId="1840170835" sldId="2147483657"/>
            <pc:sldLayoutMk cId="4171358124" sldId="2147483659"/>
          </pc:sldLayoutMkLst>
        </pc:sldLayoutChg>
        <pc:sldLayoutChg chg="replId">
          <pc:chgData name="David BH" userId="2e3cfd3ca921f314" providerId="LiveId" clId="{15D362C4-ACB9-4D34-B8DF-7BD87B071497}" dt="2024-09-22T18:58:32.499" v="760"/>
          <pc:sldLayoutMkLst>
            <pc:docMk/>
            <pc:sldMasterMk cId="1840170835" sldId="2147483657"/>
            <pc:sldLayoutMk cId="3209408362" sldId="2147483660"/>
          </pc:sldLayoutMkLst>
        </pc:sldLayoutChg>
        <pc:sldLayoutChg chg="replId">
          <pc:chgData name="David BH" userId="2e3cfd3ca921f314" providerId="LiveId" clId="{15D362C4-ACB9-4D34-B8DF-7BD87B071497}" dt="2024-09-22T18:58:32.499" v="760"/>
          <pc:sldLayoutMkLst>
            <pc:docMk/>
            <pc:sldMasterMk cId="1840170835" sldId="2147483657"/>
            <pc:sldLayoutMk cId="2357433606" sldId="2147483661"/>
          </pc:sldLayoutMkLst>
        </pc:sldLayoutChg>
        <pc:sldLayoutChg chg="del replId">
          <pc:chgData name="David BH" userId="2e3cfd3ca921f314" providerId="LiveId" clId="{15D362C4-ACB9-4D34-B8DF-7BD87B071497}" dt="2024-09-23T19:21:20.169" v="5136" actId="2696"/>
          <pc:sldLayoutMkLst>
            <pc:docMk/>
            <pc:sldMasterMk cId="1840170835" sldId="2147483657"/>
            <pc:sldLayoutMk cId="828336725" sldId="2147483662"/>
          </pc:sldLayoutMkLst>
        </pc:sldLayoutChg>
        <pc:sldLayoutChg chg="replId">
          <pc:chgData name="David BH" userId="2e3cfd3ca921f314" providerId="LiveId" clId="{15D362C4-ACB9-4D34-B8DF-7BD87B071497}" dt="2024-09-22T18:58:32.499" v="760"/>
          <pc:sldLayoutMkLst>
            <pc:docMk/>
            <pc:sldMasterMk cId="1840170835" sldId="2147483657"/>
            <pc:sldLayoutMk cId="3812728899" sldId="2147483664"/>
          </pc:sldLayoutMkLst>
        </pc:sldLayoutChg>
        <pc:sldLayoutChg chg="replId">
          <pc:chgData name="David BH" userId="2e3cfd3ca921f314" providerId="LiveId" clId="{15D362C4-ACB9-4D34-B8DF-7BD87B071497}" dt="2024-09-22T18:58:32.499" v="760"/>
          <pc:sldLayoutMkLst>
            <pc:docMk/>
            <pc:sldMasterMk cId="1840170835" sldId="2147483657"/>
            <pc:sldLayoutMk cId="3118842657" sldId="2147483665"/>
          </pc:sldLayoutMkLst>
        </pc:sldLayoutChg>
        <pc:sldLayoutChg chg="replId">
          <pc:chgData name="David BH" userId="2e3cfd3ca921f314" providerId="LiveId" clId="{15D362C4-ACB9-4D34-B8DF-7BD87B071497}" dt="2024-09-22T18:58:32.499" v="760"/>
          <pc:sldLayoutMkLst>
            <pc:docMk/>
            <pc:sldMasterMk cId="1840170835" sldId="2147483657"/>
            <pc:sldLayoutMk cId="737758482" sldId="2147483666"/>
          </pc:sldLayoutMkLst>
        </pc:sldLayoutChg>
        <pc:sldLayoutChg chg="replId">
          <pc:chgData name="David BH" userId="2e3cfd3ca921f314" providerId="LiveId" clId="{15D362C4-ACB9-4D34-B8DF-7BD87B071497}" dt="2024-09-22T18:58:32.499" v="760"/>
          <pc:sldLayoutMkLst>
            <pc:docMk/>
            <pc:sldMasterMk cId="1840170835" sldId="2147483657"/>
            <pc:sldLayoutMk cId="1026076738" sldId="2147483667"/>
          </pc:sldLayoutMkLst>
        </pc:sldLayoutChg>
        <pc:sldLayoutChg chg="replId">
          <pc:chgData name="David BH" userId="2e3cfd3ca921f314" providerId="LiveId" clId="{15D362C4-ACB9-4D34-B8DF-7BD87B071497}" dt="2024-09-22T18:58:32.499" v="760"/>
          <pc:sldLayoutMkLst>
            <pc:docMk/>
            <pc:sldMasterMk cId="1840170835" sldId="2147483657"/>
            <pc:sldLayoutMk cId="4222523864" sldId="2147483668"/>
          </pc:sldLayoutMkLst>
        </pc:sldLayoutChg>
      </pc:sldMasterChg>
      <pc:sldMasterChg chg="add del addSldLayout delSldLayout">
        <pc:chgData name="David BH" userId="2e3cfd3ca921f314" providerId="LiveId" clId="{15D362C4-ACB9-4D34-B8DF-7BD87B071497}" dt="2024-09-22T18:58:32.499" v="760"/>
        <pc:sldMasterMkLst>
          <pc:docMk/>
          <pc:sldMasterMk cId="1679508059" sldId="2147483661"/>
        </pc:sldMasterMkLst>
        <pc:sldLayoutChg chg="add del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2824232365" sldId="2147483660"/>
          </pc:sldLayoutMkLst>
        </pc:sldLayoutChg>
        <pc:sldLayoutChg chg="add del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4172760368" sldId="2147483662"/>
          </pc:sldLayoutMkLst>
        </pc:sldLayoutChg>
        <pc:sldLayoutChg chg="add del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1848048577" sldId="2147483664"/>
          </pc:sldLayoutMkLst>
        </pc:sldLayoutChg>
        <pc:sldLayoutChg chg="add del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1245389909" sldId="2147483665"/>
          </pc:sldLayoutMkLst>
        </pc:sldLayoutChg>
        <pc:sldLayoutChg chg="add del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919352225" sldId="2147483666"/>
          </pc:sldLayoutMkLst>
        </pc:sldLayoutChg>
        <pc:sldLayoutChg chg="add del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1404326330" sldId="2147483667"/>
          </pc:sldLayoutMkLst>
        </pc:sldLayoutChg>
        <pc:sldLayoutChg chg="add del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464081889" sldId="2147483668"/>
          </pc:sldLayoutMkLst>
        </pc:sldLayoutChg>
        <pc:sldLayoutChg chg="add del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2461991912" sldId="2147483669"/>
          </pc:sldLayoutMkLst>
        </pc:sldLayoutChg>
        <pc:sldLayoutChg chg="add del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1712659131" sldId="2147483670"/>
          </pc:sldLayoutMkLst>
        </pc:sldLayoutChg>
        <pc:sldLayoutChg chg="add del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1602002997" sldId="2147483671"/>
          </pc:sldLayoutMkLst>
        </pc:sldLayoutChg>
        <pc:sldLayoutChg chg="add del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630785607" sldId="2147483672"/>
          </pc:sldLayoutMkLst>
        </pc:sldLayoutChg>
        <pc:sldLayoutChg chg="add del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1911048288" sldId="2147483673"/>
          </pc:sldLayoutMkLst>
        </pc:sldLayoutChg>
        <pc:sldLayoutChg chg="add del replId">
          <pc:chgData name="David BH" userId="2e3cfd3ca921f314" providerId="LiveId" clId="{15D362C4-ACB9-4D34-B8DF-7BD87B071497}" dt="2024-09-22T18:58:32.499" v="760"/>
          <pc:sldLayoutMkLst>
            <pc:docMk/>
            <pc:sldMasterMk cId="1679508059" sldId="2147483661"/>
            <pc:sldLayoutMk cId="3560742247" sldId="2147483682"/>
          </pc:sldLayoutMkLst>
        </pc:sldLayoutChg>
      </pc:sldMasterChg>
      <pc:sldMasterChg chg="add addSldLayout">
        <pc:chgData name="David BH" userId="2e3cfd3ca921f314" providerId="LiveId" clId="{15D362C4-ACB9-4D34-B8DF-7BD87B071497}" dt="2024-09-22T19:00:57.591" v="769"/>
        <pc:sldMasterMkLst>
          <pc:docMk/>
          <pc:sldMasterMk cId="2276643963" sldId="2147483671"/>
        </pc:sldMasterMkLst>
        <pc:sldLayoutChg chg="add">
          <pc:chgData name="David BH" userId="2e3cfd3ca921f314" providerId="LiveId" clId="{15D362C4-ACB9-4D34-B8DF-7BD87B071497}" dt="2024-09-22T19:00:55.984" v="761"/>
          <pc:sldLayoutMkLst>
            <pc:docMk/>
            <pc:sldMasterMk cId="2276643963" sldId="2147483671"/>
            <pc:sldLayoutMk cId="2472241178" sldId="2147483672"/>
          </pc:sldLayoutMkLst>
        </pc:sldLayoutChg>
        <pc:sldLayoutChg chg="add">
          <pc:chgData name="David BH" userId="2e3cfd3ca921f314" providerId="LiveId" clId="{15D362C4-ACB9-4D34-B8DF-7BD87B071497}" dt="2024-09-22T19:00:55.984" v="761"/>
          <pc:sldLayoutMkLst>
            <pc:docMk/>
            <pc:sldMasterMk cId="2276643963" sldId="2147483671"/>
            <pc:sldLayoutMk cId="4244063416" sldId="2147483673"/>
          </pc:sldLayoutMkLst>
        </pc:sldLayoutChg>
        <pc:sldLayoutChg chg="add">
          <pc:chgData name="David BH" userId="2e3cfd3ca921f314" providerId="LiveId" clId="{15D362C4-ACB9-4D34-B8DF-7BD87B071497}" dt="2024-09-22T19:00:55.984" v="761"/>
          <pc:sldLayoutMkLst>
            <pc:docMk/>
            <pc:sldMasterMk cId="2276643963" sldId="2147483671"/>
            <pc:sldLayoutMk cId="681575071" sldId="2147483674"/>
          </pc:sldLayoutMkLst>
        </pc:sldLayoutChg>
        <pc:sldLayoutChg chg="add">
          <pc:chgData name="David BH" userId="2e3cfd3ca921f314" providerId="LiveId" clId="{15D362C4-ACB9-4D34-B8DF-7BD87B071497}" dt="2024-09-22T19:00:55.984" v="761"/>
          <pc:sldLayoutMkLst>
            <pc:docMk/>
            <pc:sldMasterMk cId="2276643963" sldId="2147483671"/>
            <pc:sldLayoutMk cId="1813020675" sldId="2147483675"/>
          </pc:sldLayoutMkLst>
        </pc:sldLayoutChg>
        <pc:sldLayoutChg chg="add">
          <pc:chgData name="David BH" userId="2e3cfd3ca921f314" providerId="LiveId" clId="{15D362C4-ACB9-4D34-B8DF-7BD87B071497}" dt="2024-09-22T19:00:55.984" v="761"/>
          <pc:sldLayoutMkLst>
            <pc:docMk/>
            <pc:sldMasterMk cId="2276643963" sldId="2147483671"/>
            <pc:sldLayoutMk cId="4072450817" sldId="2147483676"/>
          </pc:sldLayoutMkLst>
        </pc:sldLayoutChg>
        <pc:sldLayoutChg chg="add">
          <pc:chgData name="David BH" userId="2e3cfd3ca921f314" providerId="LiveId" clId="{15D362C4-ACB9-4D34-B8DF-7BD87B071497}" dt="2024-09-22T19:00:55.984" v="761"/>
          <pc:sldLayoutMkLst>
            <pc:docMk/>
            <pc:sldMasterMk cId="2276643963" sldId="2147483671"/>
            <pc:sldLayoutMk cId="3717468797" sldId="2147483677"/>
          </pc:sldLayoutMkLst>
        </pc:sldLayoutChg>
        <pc:sldLayoutChg chg="add">
          <pc:chgData name="David BH" userId="2e3cfd3ca921f314" providerId="LiveId" clId="{15D362C4-ACB9-4D34-B8DF-7BD87B071497}" dt="2024-09-22T19:00:55.984" v="761"/>
          <pc:sldLayoutMkLst>
            <pc:docMk/>
            <pc:sldMasterMk cId="2276643963" sldId="2147483671"/>
            <pc:sldLayoutMk cId="3837449287" sldId="2147483679"/>
          </pc:sldLayoutMkLst>
        </pc:sldLayoutChg>
        <pc:sldLayoutChg chg="add">
          <pc:chgData name="David BH" userId="2e3cfd3ca921f314" providerId="LiveId" clId="{15D362C4-ACB9-4D34-B8DF-7BD87B071497}" dt="2024-09-22T19:00:55.984" v="761"/>
          <pc:sldLayoutMkLst>
            <pc:docMk/>
            <pc:sldMasterMk cId="2276643963" sldId="2147483671"/>
            <pc:sldLayoutMk cId="2162179915" sldId="2147483680"/>
          </pc:sldLayoutMkLst>
        </pc:sldLayoutChg>
        <pc:sldLayoutChg chg="add">
          <pc:chgData name="David BH" userId="2e3cfd3ca921f314" providerId="LiveId" clId="{15D362C4-ACB9-4D34-B8DF-7BD87B071497}" dt="2024-09-22T19:00:55.984" v="761"/>
          <pc:sldLayoutMkLst>
            <pc:docMk/>
            <pc:sldMasterMk cId="2276643963" sldId="2147483671"/>
            <pc:sldLayoutMk cId="913551018" sldId="2147483681"/>
          </pc:sldLayoutMkLst>
        </pc:sldLayoutChg>
        <pc:sldLayoutChg chg="add">
          <pc:chgData name="David BH" userId="2e3cfd3ca921f314" providerId="LiveId" clId="{15D362C4-ACB9-4D34-B8DF-7BD87B071497}" dt="2024-09-22T19:00:57.591" v="769"/>
          <pc:sldLayoutMkLst>
            <pc:docMk/>
            <pc:sldMasterMk cId="2276643963" sldId="2147483671"/>
            <pc:sldLayoutMk cId="2826882826" sldId="2147483682"/>
          </pc:sldLayoutMkLst>
        </pc:sldLayoutChg>
      </pc:sldMasterChg>
      <pc:sldMasterChg chg="add del addSldLayout delSldLayout">
        <pc:chgData name="David BH" userId="2e3cfd3ca921f314" providerId="LiveId" clId="{15D362C4-ACB9-4D34-B8DF-7BD87B071497}" dt="2024-09-23T22:28:32.953" v="8471" actId="2696"/>
        <pc:sldMasterMkLst>
          <pc:docMk/>
          <pc:sldMasterMk cId="1332120069" sldId="2147483683"/>
        </pc:sldMasterMkLst>
        <pc:sldLayoutChg chg="add del">
          <pc:chgData name="David BH" userId="2e3cfd3ca921f314" providerId="LiveId" clId="{15D362C4-ACB9-4D34-B8DF-7BD87B071497}" dt="2024-09-23T22:28:32.953" v="8471" actId="2696"/>
          <pc:sldLayoutMkLst>
            <pc:docMk/>
            <pc:sldMasterMk cId="1332120069" sldId="2147483683"/>
            <pc:sldLayoutMk cId="446649665" sldId="2147483684"/>
          </pc:sldLayoutMkLst>
        </pc:sldLayoutChg>
        <pc:sldLayoutChg chg="add del">
          <pc:chgData name="David BH" userId="2e3cfd3ca921f314" providerId="LiveId" clId="{15D362C4-ACB9-4D34-B8DF-7BD87B071497}" dt="2024-09-23T22:28:32.953" v="8471" actId="2696"/>
          <pc:sldLayoutMkLst>
            <pc:docMk/>
            <pc:sldMasterMk cId="1332120069" sldId="2147483683"/>
            <pc:sldLayoutMk cId="881793608" sldId="2147483685"/>
          </pc:sldLayoutMkLst>
        </pc:sldLayoutChg>
        <pc:sldLayoutChg chg="add del">
          <pc:chgData name="David BH" userId="2e3cfd3ca921f314" providerId="LiveId" clId="{15D362C4-ACB9-4D34-B8DF-7BD87B071497}" dt="2024-09-23T22:28:32.953" v="8471" actId="2696"/>
          <pc:sldLayoutMkLst>
            <pc:docMk/>
            <pc:sldMasterMk cId="1332120069" sldId="2147483683"/>
            <pc:sldLayoutMk cId="2902529530" sldId="2147483686"/>
          </pc:sldLayoutMkLst>
        </pc:sldLayoutChg>
        <pc:sldLayoutChg chg="add del">
          <pc:chgData name="David BH" userId="2e3cfd3ca921f314" providerId="LiveId" clId="{15D362C4-ACB9-4D34-B8DF-7BD87B071497}" dt="2024-09-23T22:28:32.953" v="8471" actId="2696"/>
          <pc:sldLayoutMkLst>
            <pc:docMk/>
            <pc:sldMasterMk cId="1332120069" sldId="2147483683"/>
            <pc:sldLayoutMk cId="3258013837" sldId="2147483687"/>
          </pc:sldLayoutMkLst>
        </pc:sldLayoutChg>
        <pc:sldLayoutChg chg="add del">
          <pc:chgData name="David BH" userId="2e3cfd3ca921f314" providerId="LiveId" clId="{15D362C4-ACB9-4D34-B8DF-7BD87B071497}" dt="2024-09-23T22:28:32.953" v="8471" actId="2696"/>
          <pc:sldLayoutMkLst>
            <pc:docMk/>
            <pc:sldMasterMk cId="1332120069" sldId="2147483683"/>
            <pc:sldLayoutMk cId="2756998841" sldId="2147483688"/>
          </pc:sldLayoutMkLst>
        </pc:sldLayoutChg>
        <pc:sldLayoutChg chg="add del">
          <pc:chgData name="David BH" userId="2e3cfd3ca921f314" providerId="LiveId" clId="{15D362C4-ACB9-4D34-B8DF-7BD87B071497}" dt="2024-09-23T22:28:32.953" v="8471" actId="2696"/>
          <pc:sldLayoutMkLst>
            <pc:docMk/>
            <pc:sldMasterMk cId="1332120069" sldId="2147483683"/>
            <pc:sldLayoutMk cId="1627907386" sldId="2147483689"/>
          </pc:sldLayoutMkLst>
        </pc:sldLayoutChg>
        <pc:sldLayoutChg chg="add del">
          <pc:chgData name="David BH" userId="2e3cfd3ca921f314" providerId="LiveId" clId="{15D362C4-ACB9-4D34-B8DF-7BD87B071497}" dt="2024-09-23T22:28:32.953" v="8471" actId="2696"/>
          <pc:sldLayoutMkLst>
            <pc:docMk/>
            <pc:sldMasterMk cId="1332120069" sldId="2147483683"/>
            <pc:sldLayoutMk cId="845949947" sldId="2147483690"/>
          </pc:sldLayoutMkLst>
        </pc:sldLayoutChg>
        <pc:sldLayoutChg chg="add del">
          <pc:chgData name="David BH" userId="2e3cfd3ca921f314" providerId="LiveId" clId="{15D362C4-ACB9-4D34-B8DF-7BD87B071497}" dt="2024-09-23T22:28:32.953" v="8471" actId="2696"/>
          <pc:sldLayoutMkLst>
            <pc:docMk/>
            <pc:sldMasterMk cId="1332120069" sldId="2147483683"/>
            <pc:sldLayoutMk cId="674576346" sldId="2147483691"/>
          </pc:sldLayoutMkLst>
        </pc:sldLayoutChg>
        <pc:sldLayoutChg chg="add del">
          <pc:chgData name="David BH" userId="2e3cfd3ca921f314" providerId="LiveId" clId="{15D362C4-ACB9-4D34-B8DF-7BD87B071497}" dt="2024-09-23T22:28:32.953" v="8471" actId="2696"/>
          <pc:sldLayoutMkLst>
            <pc:docMk/>
            <pc:sldMasterMk cId="1332120069" sldId="2147483683"/>
            <pc:sldLayoutMk cId="2744297730" sldId="2147483692"/>
          </pc:sldLayoutMkLst>
        </pc:sldLayoutChg>
        <pc:sldLayoutChg chg="add del">
          <pc:chgData name="David BH" userId="2e3cfd3ca921f314" providerId="LiveId" clId="{15D362C4-ACB9-4D34-B8DF-7BD87B071497}" dt="2024-09-23T22:28:32.953" v="8471" actId="2696"/>
          <pc:sldLayoutMkLst>
            <pc:docMk/>
            <pc:sldMasterMk cId="1332120069" sldId="2147483683"/>
            <pc:sldLayoutMk cId="588375531" sldId="2147483693"/>
          </pc:sldLayoutMkLst>
        </pc:sldLayoutChg>
        <pc:sldLayoutChg chg="add del">
          <pc:chgData name="David BH" userId="2e3cfd3ca921f314" providerId="LiveId" clId="{15D362C4-ACB9-4D34-B8DF-7BD87B071497}" dt="2024-09-23T22:28:32.953" v="8471" actId="2696"/>
          <pc:sldLayoutMkLst>
            <pc:docMk/>
            <pc:sldMasterMk cId="1332120069" sldId="2147483683"/>
            <pc:sldLayoutMk cId="3953045994" sldId="2147483694"/>
          </pc:sldLayoutMkLst>
        </pc:sldLayoutChg>
      </pc:sldMasterChg>
    </pc:docChg>
  </pc:docChgLst>
  <pc:docChgLst>
    <pc:chgData name="David BH" userId="2e3cfd3ca921f314" providerId="LiveId" clId="{16963667-19DA-4DC0-BB12-7B0E7D73C995}"/>
    <pc:docChg chg="undo redo custSel addSld delSld modSld addSection delSection modSection">
      <pc:chgData name="David BH" userId="2e3cfd3ca921f314" providerId="LiveId" clId="{16963667-19DA-4DC0-BB12-7B0E7D73C995}" dt="2024-09-26T06:54:41.965" v="2891" actId="1037"/>
      <pc:docMkLst>
        <pc:docMk/>
      </pc:docMkLst>
      <pc:sldChg chg="addSp delSp modSp del mod">
        <pc:chgData name="David BH" userId="2e3cfd3ca921f314" providerId="LiveId" clId="{16963667-19DA-4DC0-BB12-7B0E7D73C995}" dt="2024-09-25T20:50:41.988" v="2639" actId="47"/>
        <pc:sldMkLst>
          <pc:docMk/>
          <pc:sldMk cId="3427904300" sldId="257"/>
        </pc:sldMkLst>
        <pc:spChg chg="del mod">
          <ac:chgData name="David BH" userId="2e3cfd3ca921f314" providerId="LiveId" clId="{16963667-19DA-4DC0-BB12-7B0E7D73C995}" dt="2024-09-25T19:53:07.895" v="426" actId="478"/>
          <ac:spMkLst>
            <pc:docMk/>
            <pc:sldMk cId="3427904300" sldId="257"/>
            <ac:spMk id="2" creationId="{DEBAA960-8DB7-6AD7-8BDB-DBBDAD815A3F}"/>
          </ac:spMkLst>
        </pc:spChg>
        <pc:spChg chg="del mod">
          <ac:chgData name="David BH" userId="2e3cfd3ca921f314" providerId="LiveId" clId="{16963667-19DA-4DC0-BB12-7B0E7D73C995}" dt="2024-09-25T20:34:23.725" v="1949" actId="478"/>
          <ac:spMkLst>
            <pc:docMk/>
            <pc:sldMk cId="3427904300" sldId="257"/>
            <ac:spMk id="3" creationId="{E643C265-2613-BB83-898A-B16E48E12E8D}"/>
          </ac:spMkLst>
        </pc:spChg>
        <pc:spChg chg="del mod">
          <ac:chgData name="David BH" userId="2e3cfd3ca921f314" providerId="LiveId" clId="{16963667-19DA-4DC0-BB12-7B0E7D73C995}" dt="2024-09-25T20:34:23.725" v="1949" actId="478"/>
          <ac:spMkLst>
            <pc:docMk/>
            <pc:sldMk cId="3427904300" sldId="257"/>
            <ac:spMk id="4" creationId="{091106DF-50B0-9BD2-66C7-98013C979F0C}"/>
          </ac:spMkLst>
        </pc:spChg>
        <pc:spChg chg="add del mod">
          <ac:chgData name="David BH" userId="2e3cfd3ca921f314" providerId="LiveId" clId="{16963667-19DA-4DC0-BB12-7B0E7D73C995}" dt="2024-09-25T20:00:22.203" v="526" actId="478"/>
          <ac:spMkLst>
            <pc:docMk/>
            <pc:sldMk cId="3427904300" sldId="257"/>
            <ac:spMk id="7" creationId="{FA5C2177-14E5-7A13-A862-0082721BA19D}"/>
          </ac:spMkLst>
        </pc:spChg>
        <pc:spChg chg="add del mod">
          <ac:chgData name="David BH" userId="2e3cfd3ca921f314" providerId="LiveId" clId="{16963667-19DA-4DC0-BB12-7B0E7D73C995}" dt="2024-09-25T20:00:28.099" v="530" actId="478"/>
          <ac:spMkLst>
            <pc:docMk/>
            <pc:sldMk cId="3427904300" sldId="257"/>
            <ac:spMk id="8" creationId="{23EE8187-CC58-093F-5926-665125C036F1}"/>
          </ac:spMkLst>
        </pc:spChg>
        <pc:spChg chg="mod">
          <ac:chgData name="David BH" userId="2e3cfd3ca921f314" providerId="LiveId" clId="{16963667-19DA-4DC0-BB12-7B0E7D73C995}" dt="2024-09-25T19:45:12.630" v="15" actId="1076"/>
          <ac:spMkLst>
            <pc:docMk/>
            <pc:sldMk cId="3427904300" sldId="257"/>
            <ac:spMk id="9" creationId="{7DFD60CC-A344-BC6B-077B-2C1AAFC6B6E4}"/>
          </ac:spMkLst>
        </pc:spChg>
        <pc:spChg chg="add del mod">
          <ac:chgData name="David BH" userId="2e3cfd3ca921f314" providerId="LiveId" clId="{16963667-19DA-4DC0-BB12-7B0E7D73C995}" dt="2024-09-25T20:00:28.099" v="530" actId="478"/>
          <ac:spMkLst>
            <pc:docMk/>
            <pc:sldMk cId="3427904300" sldId="257"/>
            <ac:spMk id="10" creationId="{B5937C5A-8090-0F40-2745-B6B71C988A40}"/>
          </ac:spMkLst>
        </pc:spChg>
        <pc:spChg chg="add del mod">
          <ac:chgData name="David BH" userId="2e3cfd3ca921f314" providerId="LiveId" clId="{16963667-19DA-4DC0-BB12-7B0E7D73C995}" dt="2024-09-25T20:00:22.686" v="527" actId="478"/>
          <ac:spMkLst>
            <pc:docMk/>
            <pc:sldMk cId="3427904300" sldId="257"/>
            <ac:spMk id="11" creationId="{C1EF12EC-C58C-936F-4AD6-2FD71BDD3BEC}"/>
          </ac:spMkLst>
        </pc:spChg>
        <pc:spChg chg="add del mod">
          <ac:chgData name="David BH" userId="2e3cfd3ca921f314" providerId="LiveId" clId="{16963667-19DA-4DC0-BB12-7B0E7D73C995}" dt="2024-09-25T20:00:28.099" v="530" actId="478"/>
          <ac:spMkLst>
            <pc:docMk/>
            <pc:sldMk cId="3427904300" sldId="257"/>
            <ac:spMk id="12" creationId="{E1C6E0CD-69A3-96A0-073F-AF315B3D546B}"/>
          </ac:spMkLst>
        </pc:spChg>
        <pc:spChg chg="add del mod">
          <ac:chgData name="David BH" userId="2e3cfd3ca921f314" providerId="LiveId" clId="{16963667-19DA-4DC0-BB12-7B0E7D73C995}" dt="2024-09-25T20:00:28.099" v="530" actId="478"/>
          <ac:spMkLst>
            <pc:docMk/>
            <pc:sldMk cId="3427904300" sldId="257"/>
            <ac:spMk id="13" creationId="{9911D016-DF9D-8051-DB47-E193B93112A4}"/>
          </ac:spMkLst>
        </pc:spChg>
        <pc:spChg chg="add del mod">
          <ac:chgData name="David BH" userId="2e3cfd3ca921f314" providerId="LiveId" clId="{16963667-19DA-4DC0-BB12-7B0E7D73C995}" dt="2024-09-25T20:00:24.498" v="529" actId="478"/>
          <ac:spMkLst>
            <pc:docMk/>
            <pc:sldMk cId="3427904300" sldId="257"/>
            <ac:spMk id="14" creationId="{62630370-90FA-015A-8056-FA8CE58464E5}"/>
          </ac:spMkLst>
        </pc:spChg>
        <pc:spChg chg="add del mod">
          <ac:chgData name="David BH" userId="2e3cfd3ca921f314" providerId="LiveId" clId="{16963667-19DA-4DC0-BB12-7B0E7D73C995}" dt="2024-09-25T20:00:28.099" v="530" actId="478"/>
          <ac:spMkLst>
            <pc:docMk/>
            <pc:sldMk cId="3427904300" sldId="257"/>
            <ac:spMk id="15" creationId="{BC9B1DF8-1C6D-0ED7-B28E-349CFF41C385}"/>
          </ac:spMkLst>
        </pc:spChg>
        <pc:spChg chg="add del mod">
          <ac:chgData name="David BH" userId="2e3cfd3ca921f314" providerId="LiveId" clId="{16963667-19DA-4DC0-BB12-7B0E7D73C995}" dt="2024-09-25T20:00:28.099" v="530" actId="478"/>
          <ac:spMkLst>
            <pc:docMk/>
            <pc:sldMk cId="3427904300" sldId="257"/>
            <ac:spMk id="16" creationId="{7909E5C2-03FD-E550-73E5-E0D830E9CBAA}"/>
          </ac:spMkLst>
        </pc:spChg>
        <pc:spChg chg="add del mod">
          <ac:chgData name="David BH" userId="2e3cfd3ca921f314" providerId="LiveId" clId="{16963667-19DA-4DC0-BB12-7B0E7D73C995}" dt="2024-09-25T20:00:23.485" v="528" actId="478"/>
          <ac:spMkLst>
            <pc:docMk/>
            <pc:sldMk cId="3427904300" sldId="257"/>
            <ac:spMk id="17" creationId="{CECE6137-EA6A-2621-C232-7EA3019DA75F}"/>
          </ac:spMkLst>
        </pc:spChg>
        <pc:spChg chg="add del mod">
          <ac:chgData name="David BH" userId="2e3cfd3ca921f314" providerId="LiveId" clId="{16963667-19DA-4DC0-BB12-7B0E7D73C995}" dt="2024-09-25T20:00:28.099" v="530" actId="478"/>
          <ac:spMkLst>
            <pc:docMk/>
            <pc:sldMk cId="3427904300" sldId="257"/>
            <ac:spMk id="18" creationId="{EB4342C5-15A4-BB59-2CDF-EFD5E46C67AA}"/>
          </ac:spMkLst>
        </pc:spChg>
        <pc:spChg chg="add del mod">
          <ac:chgData name="David BH" userId="2e3cfd3ca921f314" providerId="LiveId" clId="{16963667-19DA-4DC0-BB12-7B0E7D73C995}" dt="2024-09-25T20:00:28.099" v="530" actId="478"/>
          <ac:spMkLst>
            <pc:docMk/>
            <pc:sldMk cId="3427904300" sldId="257"/>
            <ac:spMk id="19" creationId="{5D90421F-FBCE-817F-1512-A7C4128DBADA}"/>
          </ac:spMkLst>
        </pc:spChg>
        <pc:spChg chg="add del mod">
          <ac:chgData name="David BH" userId="2e3cfd3ca921f314" providerId="LiveId" clId="{16963667-19DA-4DC0-BB12-7B0E7D73C995}" dt="2024-09-25T20:00:32.248" v="531" actId="478"/>
          <ac:spMkLst>
            <pc:docMk/>
            <pc:sldMk cId="3427904300" sldId="257"/>
            <ac:spMk id="20" creationId="{526E6C3B-1F82-600E-4380-A17F1E1EC879}"/>
          </ac:spMkLst>
        </pc:spChg>
        <pc:spChg chg="add del mod">
          <ac:chgData name="David BH" userId="2e3cfd3ca921f314" providerId="LiveId" clId="{16963667-19DA-4DC0-BB12-7B0E7D73C995}" dt="2024-09-25T20:00:32.248" v="531" actId="478"/>
          <ac:spMkLst>
            <pc:docMk/>
            <pc:sldMk cId="3427904300" sldId="257"/>
            <ac:spMk id="21" creationId="{7DA9CABA-EF00-F99F-A6BE-7348BD488A80}"/>
          </ac:spMkLst>
        </pc:spChg>
        <pc:spChg chg="add del mod">
          <ac:chgData name="David BH" userId="2e3cfd3ca921f314" providerId="LiveId" clId="{16963667-19DA-4DC0-BB12-7B0E7D73C995}" dt="2024-09-25T20:00:32.248" v="531" actId="478"/>
          <ac:spMkLst>
            <pc:docMk/>
            <pc:sldMk cId="3427904300" sldId="257"/>
            <ac:spMk id="22" creationId="{529B30B4-2606-0C17-49CB-A7356DDC66C0}"/>
          </ac:spMkLst>
        </pc:spChg>
        <pc:spChg chg="add mod">
          <ac:chgData name="David BH" userId="2e3cfd3ca921f314" providerId="LiveId" clId="{16963667-19DA-4DC0-BB12-7B0E7D73C995}" dt="2024-09-25T19:57:35.225" v="516"/>
          <ac:spMkLst>
            <pc:docMk/>
            <pc:sldMk cId="3427904300" sldId="257"/>
            <ac:spMk id="23" creationId="{CEBE9D7F-3A76-52E4-9D71-65037E409349}"/>
          </ac:spMkLst>
        </pc:spChg>
        <pc:spChg chg="add mod">
          <ac:chgData name="David BH" userId="2e3cfd3ca921f314" providerId="LiveId" clId="{16963667-19DA-4DC0-BB12-7B0E7D73C995}" dt="2024-09-25T19:57:35.225" v="516"/>
          <ac:spMkLst>
            <pc:docMk/>
            <pc:sldMk cId="3427904300" sldId="257"/>
            <ac:spMk id="24" creationId="{10048069-CB52-BF97-551E-72BFD7B201C4}"/>
          </ac:spMkLst>
        </pc:spChg>
        <pc:spChg chg="add mod">
          <ac:chgData name="David BH" userId="2e3cfd3ca921f314" providerId="LiveId" clId="{16963667-19DA-4DC0-BB12-7B0E7D73C995}" dt="2024-09-25T19:57:35.225" v="516"/>
          <ac:spMkLst>
            <pc:docMk/>
            <pc:sldMk cId="3427904300" sldId="257"/>
            <ac:spMk id="25" creationId="{5700241C-2C46-E6D5-B61C-8F1523854D82}"/>
          </ac:spMkLst>
        </pc:spChg>
        <pc:spChg chg="add mod">
          <ac:chgData name="David BH" userId="2e3cfd3ca921f314" providerId="LiveId" clId="{16963667-19DA-4DC0-BB12-7B0E7D73C995}" dt="2024-09-25T19:57:35.502" v="517"/>
          <ac:spMkLst>
            <pc:docMk/>
            <pc:sldMk cId="3427904300" sldId="257"/>
            <ac:spMk id="26" creationId="{F93A66FF-4CBC-7946-935C-5B244BDA9F2C}"/>
          </ac:spMkLst>
        </pc:spChg>
        <pc:spChg chg="add mod">
          <ac:chgData name="David BH" userId="2e3cfd3ca921f314" providerId="LiveId" clId="{16963667-19DA-4DC0-BB12-7B0E7D73C995}" dt="2024-09-25T19:57:35.502" v="517"/>
          <ac:spMkLst>
            <pc:docMk/>
            <pc:sldMk cId="3427904300" sldId="257"/>
            <ac:spMk id="27" creationId="{3F646EBE-4B35-FF10-AB0F-433C15D5DE1A}"/>
          </ac:spMkLst>
        </pc:spChg>
        <pc:spChg chg="add mod">
          <ac:chgData name="David BH" userId="2e3cfd3ca921f314" providerId="LiveId" clId="{16963667-19DA-4DC0-BB12-7B0E7D73C995}" dt="2024-09-25T19:57:35.502" v="517"/>
          <ac:spMkLst>
            <pc:docMk/>
            <pc:sldMk cId="3427904300" sldId="257"/>
            <ac:spMk id="28" creationId="{A4E638FE-3422-D29D-1138-3DF9164CA445}"/>
          </ac:spMkLst>
        </pc:spChg>
        <pc:spChg chg="mod">
          <ac:chgData name="David BH" userId="2e3cfd3ca921f314" providerId="LiveId" clId="{16963667-19DA-4DC0-BB12-7B0E7D73C995}" dt="2024-09-25T20:36:17.203" v="1971" actId="20577"/>
          <ac:spMkLst>
            <pc:docMk/>
            <pc:sldMk cId="3427904300" sldId="257"/>
            <ac:spMk id="32" creationId="{203039E4-2F9C-493D-8CBD-56AB7ABA2388}"/>
          </ac:spMkLst>
        </pc:spChg>
        <pc:spChg chg="mod">
          <ac:chgData name="David BH" userId="2e3cfd3ca921f314" providerId="LiveId" clId="{16963667-19DA-4DC0-BB12-7B0E7D73C995}" dt="2024-09-25T20:34:40.746" v="1951"/>
          <ac:spMkLst>
            <pc:docMk/>
            <pc:sldMk cId="3427904300" sldId="257"/>
            <ac:spMk id="33" creationId="{378BA371-BC86-2540-3458-C509B1021017}"/>
          </ac:spMkLst>
        </pc:spChg>
        <pc:spChg chg="mod">
          <ac:chgData name="David BH" userId="2e3cfd3ca921f314" providerId="LiveId" clId="{16963667-19DA-4DC0-BB12-7B0E7D73C995}" dt="2024-09-25T20:34:59.536" v="1956" actId="20577"/>
          <ac:spMkLst>
            <pc:docMk/>
            <pc:sldMk cId="3427904300" sldId="257"/>
            <ac:spMk id="34" creationId="{D6B42F56-E401-DE60-64CE-D57477724143}"/>
          </ac:spMkLst>
        </pc:spChg>
        <pc:spChg chg="mod">
          <ac:chgData name="David BH" userId="2e3cfd3ca921f314" providerId="LiveId" clId="{16963667-19DA-4DC0-BB12-7B0E7D73C995}" dt="2024-09-25T20:36:20.323" v="1973" actId="20577"/>
          <ac:spMkLst>
            <pc:docMk/>
            <pc:sldMk cId="3427904300" sldId="257"/>
            <ac:spMk id="37" creationId="{1D593DEF-1EE0-8D07-E2EF-D5360C0250F4}"/>
          </ac:spMkLst>
        </pc:spChg>
        <pc:spChg chg="mod">
          <ac:chgData name="David BH" userId="2e3cfd3ca921f314" providerId="LiveId" clId="{16963667-19DA-4DC0-BB12-7B0E7D73C995}" dt="2024-09-25T20:34:46.021" v="1952"/>
          <ac:spMkLst>
            <pc:docMk/>
            <pc:sldMk cId="3427904300" sldId="257"/>
            <ac:spMk id="38" creationId="{60693B77-72FC-CC87-8890-ABF951F310C8}"/>
          </ac:spMkLst>
        </pc:spChg>
        <pc:spChg chg="mod">
          <ac:chgData name="David BH" userId="2e3cfd3ca921f314" providerId="LiveId" clId="{16963667-19DA-4DC0-BB12-7B0E7D73C995}" dt="2024-09-25T20:35:36.981" v="1962"/>
          <ac:spMkLst>
            <pc:docMk/>
            <pc:sldMk cId="3427904300" sldId="257"/>
            <ac:spMk id="39" creationId="{624DB350-0F61-6E50-A526-C82E2DF90D72}"/>
          </ac:spMkLst>
        </pc:spChg>
        <pc:spChg chg="mod">
          <ac:chgData name="David BH" userId="2e3cfd3ca921f314" providerId="LiveId" clId="{16963667-19DA-4DC0-BB12-7B0E7D73C995}" dt="2024-09-25T20:36:22.779" v="1975" actId="20577"/>
          <ac:spMkLst>
            <pc:docMk/>
            <pc:sldMk cId="3427904300" sldId="257"/>
            <ac:spMk id="42" creationId="{689B17C8-7E90-C935-1894-B35CB840A6B3}"/>
          </ac:spMkLst>
        </pc:spChg>
        <pc:spChg chg="mod">
          <ac:chgData name="David BH" userId="2e3cfd3ca921f314" providerId="LiveId" clId="{16963667-19DA-4DC0-BB12-7B0E7D73C995}" dt="2024-09-25T20:34:50.139" v="1953"/>
          <ac:spMkLst>
            <pc:docMk/>
            <pc:sldMk cId="3427904300" sldId="257"/>
            <ac:spMk id="43" creationId="{0CF186DE-AC04-A546-D930-B1C497F66273}"/>
          </ac:spMkLst>
        </pc:spChg>
        <pc:spChg chg="mod">
          <ac:chgData name="David BH" userId="2e3cfd3ca921f314" providerId="LiveId" clId="{16963667-19DA-4DC0-BB12-7B0E7D73C995}" dt="2024-09-25T20:36:02.676" v="1969" actId="20577"/>
          <ac:spMkLst>
            <pc:docMk/>
            <pc:sldMk cId="3427904300" sldId="257"/>
            <ac:spMk id="44" creationId="{296092F0-45E6-0917-3A5B-C64146C30B18}"/>
          </ac:spMkLst>
        </pc:spChg>
        <pc:spChg chg="mod">
          <ac:chgData name="David BH" userId="2e3cfd3ca921f314" providerId="LiveId" clId="{16963667-19DA-4DC0-BB12-7B0E7D73C995}" dt="2024-09-25T20:34:25.225" v="1950"/>
          <ac:spMkLst>
            <pc:docMk/>
            <pc:sldMk cId="3427904300" sldId="257"/>
            <ac:spMk id="47" creationId="{1BB42AD5-54A5-28F7-0D50-B1B29F5CE1EB}"/>
          </ac:spMkLst>
        </pc:spChg>
        <pc:spChg chg="mod">
          <ac:chgData name="David BH" userId="2e3cfd3ca921f314" providerId="LiveId" clId="{16963667-19DA-4DC0-BB12-7B0E7D73C995}" dt="2024-09-25T20:34:25.225" v="1950"/>
          <ac:spMkLst>
            <pc:docMk/>
            <pc:sldMk cId="3427904300" sldId="257"/>
            <ac:spMk id="48" creationId="{EB26AA72-C499-811B-B9A5-5CC1FCCBD226}"/>
          </ac:spMkLst>
        </pc:spChg>
        <pc:spChg chg="mod">
          <ac:chgData name="David BH" userId="2e3cfd3ca921f314" providerId="LiveId" clId="{16963667-19DA-4DC0-BB12-7B0E7D73C995}" dt="2024-09-25T20:34:25.225" v="1950"/>
          <ac:spMkLst>
            <pc:docMk/>
            <pc:sldMk cId="3427904300" sldId="257"/>
            <ac:spMk id="49" creationId="{9612E794-3579-57F5-7630-A2FFC8D3B7C7}"/>
          </ac:spMkLst>
        </pc:spChg>
        <pc:spChg chg="mod">
          <ac:chgData name="David BH" userId="2e3cfd3ca921f314" providerId="LiveId" clId="{16963667-19DA-4DC0-BB12-7B0E7D73C995}" dt="2024-09-25T20:34:25.225" v="1950"/>
          <ac:spMkLst>
            <pc:docMk/>
            <pc:sldMk cId="3427904300" sldId="257"/>
            <ac:spMk id="52" creationId="{57B2048F-EC9F-CCA5-441D-5A8942C5A1D1}"/>
          </ac:spMkLst>
        </pc:spChg>
        <pc:spChg chg="mod">
          <ac:chgData name="David BH" userId="2e3cfd3ca921f314" providerId="LiveId" clId="{16963667-19DA-4DC0-BB12-7B0E7D73C995}" dt="2024-09-25T20:34:25.225" v="1950"/>
          <ac:spMkLst>
            <pc:docMk/>
            <pc:sldMk cId="3427904300" sldId="257"/>
            <ac:spMk id="53" creationId="{45FAC6AB-E63C-9C07-64CB-500465B5F5D9}"/>
          </ac:spMkLst>
        </pc:spChg>
        <pc:spChg chg="mod">
          <ac:chgData name="David BH" userId="2e3cfd3ca921f314" providerId="LiveId" clId="{16963667-19DA-4DC0-BB12-7B0E7D73C995}" dt="2024-09-25T20:35:34.101" v="1961" actId="21"/>
          <ac:spMkLst>
            <pc:docMk/>
            <pc:sldMk cId="3427904300" sldId="257"/>
            <ac:spMk id="54" creationId="{9F665E27-0E3A-9490-4D43-E803A2487E80}"/>
          </ac:spMkLst>
        </pc:spChg>
        <pc:spChg chg="mod">
          <ac:chgData name="David BH" userId="2e3cfd3ca921f314" providerId="LiveId" clId="{16963667-19DA-4DC0-BB12-7B0E7D73C995}" dt="2024-09-25T20:34:25.225" v="1950"/>
          <ac:spMkLst>
            <pc:docMk/>
            <pc:sldMk cId="3427904300" sldId="257"/>
            <ac:spMk id="57" creationId="{A1A13802-98CA-1C5E-76C2-6DBEE274619C}"/>
          </ac:spMkLst>
        </pc:spChg>
        <pc:spChg chg="mod">
          <ac:chgData name="David BH" userId="2e3cfd3ca921f314" providerId="LiveId" clId="{16963667-19DA-4DC0-BB12-7B0E7D73C995}" dt="2024-09-25T20:34:25.225" v="1950"/>
          <ac:spMkLst>
            <pc:docMk/>
            <pc:sldMk cId="3427904300" sldId="257"/>
            <ac:spMk id="58" creationId="{E65F77ED-03A7-3232-86E8-8C011AC2F4A6}"/>
          </ac:spMkLst>
        </pc:spChg>
        <pc:spChg chg="mod">
          <ac:chgData name="David BH" userId="2e3cfd3ca921f314" providerId="LiveId" clId="{16963667-19DA-4DC0-BB12-7B0E7D73C995}" dt="2024-09-25T20:35:49.567" v="1963" actId="120"/>
          <ac:spMkLst>
            <pc:docMk/>
            <pc:sldMk cId="3427904300" sldId="257"/>
            <ac:spMk id="59" creationId="{D589B03B-65A6-7CF4-3F29-9EE6C0817DBC}"/>
          </ac:spMkLst>
        </pc:spChg>
        <pc:spChg chg="add mod">
          <ac:chgData name="David BH" userId="2e3cfd3ca921f314" providerId="LiveId" clId="{16963667-19DA-4DC0-BB12-7B0E7D73C995}" dt="2024-09-25T20:34:25.225" v="1950"/>
          <ac:spMkLst>
            <pc:docMk/>
            <pc:sldMk cId="3427904300" sldId="257"/>
            <ac:spMk id="60" creationId="{9B9E6E17-A3AB-7A06-E48D-516B8612256B}"/>
          </ac:spMkLst>
        </pc:spChg>
        <pc:grpChg chg="add mod">
          <ac:chgData name="David BH" userId="2e3cfd3ca921f314" providerId="LiveId" clId="{16963667-19DA-4DC0-BB12-7B0E7D73C995}" dt="2024-09-25T20:34:25.225" v="1950"/>
          <ac:grpSpMkLst>
            <pc:docMk/>
            <pc:sldMk cId="3427904300" sldId="257"/>
            <ac:grpSpMk id="30" creationId="{0D7EE297-5E7C-81D1-9EE2-04D8D6B5754C}"/>
          </ac:grpSpMkLst>
        </pc:grpChg>
        <pc:grpChg chg="mod">
          <ac:chgData name="David BH" userId="2e3cfd3ca921f314" providerId="LiveId" clId="{16963667-19DA-4DC0-BB12-7B0E7D73C995}" dt="2024-09-25T20:34:25.225" v="1950"/>
          <ac:grpSpMkLst>
            <pc:docMk/>
            <pc:sldMk cId="3427904300" sldId="257"/>
            <ac:grpSpMk id="31" creationId="{B45FB865-D058-BDCA-DC06-9A4C7FFCE141}"/>
          </ac:grpSpMkLst>
        </pc:grpChg>
        <pc:grpChg chg="add mod">
          <ac:chgData name="David BH" userId="2e3cfd3ca921f314" providerId="LiveId" clId="{16963667-19DA-4DC0-BB12-7B0E7D73C995}" dt="2024-09-25T20:34:25.225" v="1950"/>
          <ac:grpSpMkLst>
            <pc:docMk/>
            <pc:sldMk cId="3427904300" sldId="257"/>
            <ac:grpSpMk id="35" creationId="{692E9B55-2A49-5C3D-A2C9-7719D947C63E}"/>
          </ac:grpSpMkLst>
        </pc:grpChg>
        <pc:grpChg chg="mod">
          <ac:chgData name="David BH" userId="2e3cfd3ca921f314" providerId="LiveId" clId="{16963667-19DA-4DC0-BB12-7B0E7D73C995}" dt="2024-09-25T20:34:25.225" v="1950"/>
          <ac:grpSpMkLst>
            <pc:docMk/>
            <pc:sldMk cId="3427904300" sldId="257"/>
            <ac:grpSpMk id="36" creationId="{CBA46072-2D0F-C6C0-E520-94DD82B3FEEB}"/>
          </ac:grpSpMkLst>
        </pc:grpChg>
        <pc:grpChg chg="add mod">
          <ac:chgData name="David BH" userId="2e3cfd3ca921f314" providerId="LiveId" clId="{16963667-19DA-4DC0-BB12-7B0E7D73C995}" dt="2024-09-25T20:34:25.225" v="1950"/>
          <ac:grpSpMkLst>
            <pc:docMk/>
            <pc:sldMk cId="3427904300" sldId="257"/>
            <ac:grpSpMk id="40" creationId="{8C091CE1-7EE9-B075-2641-EA11318FB924}"/>
          </ac:grpSpMkLst>
        </pc:grpChg>
        <pc:grpChg chg="mod">
          <ac:chgData name="David BH" userId="2e3cfd3ca921f314" providerId="LiveId" clId="{16963667-19DA-4DC0-BB12-7B0E7D73C995}" dt="2024-09-25T20:34:25.225" v="1950"/>
          <ac:grpSpMkLst>
            <pc:docMk/>
            <pc:sldMk cId="3427904300" sldId="257"/>
            <ac:grpSpMk id="41" creationId="{53B1F716-B6BC-2A40-7C42-3C6AF3D55705}"/>
          </ac:grpSpMkLst>
        </pc:grpChg>
        <pc:grpChg chg="add mod">
          <ac:chgData name="David BH" userId="2e3cfd3ca921f314" providerId="LiveId" clId="{16963667-19DA-4DC0-BB12-7B0E7D73C995}" dt="2024-09-25T20:34:25.225" v="1950"/>
          <ac:grpSpMkLst>
            <pc:docMk/>
            <pc:sldMk cId="3427904300" sldId="257"/>
            <ac:grpSpMk id="45" creationId="{22438FD5-63B1-F56A-D554-98E7314DADC4}"/>
          </ac:grpSpMkLst>
        </pc:grpChg>
        <pc:grpChg chg="mod">
          <ac:chgData name="David BH" userId="2e3cfd3ca921f314" providerId="LiveId" clId="{16963667-19DA-4DC0-BB12-7B0E7D73C995}" dt="2024-09-25T20:34:25.225" v="1950"/>
          <ac:grpSpMkLst>
            <pc:docMk/>
            <pc:sldMk cId="3427904300" sldId="257"/>
            <ac:grpSpMk id="46" creationId="{811001D9-7A06-ACD6-AB26-5F4EA502CB06}"/>
          </ac:grpSpMkLst>
        </pc:grpChg>
        <pc:grpChg chg="add mod">
          <ac:chgData name="David BH" userId="2e3cfd3ca921f314" providerId="LiveId" clId="{16963667-19DA-4DC0-BB12-7B0E7D73C995}" dt="2024-09-25T20:34:25.225" v="1950"/>
          <ac:grpSpMkLst>
            <pc:docMk/>
            <pc:sldMk cId="3427904300" sldId="257"/>
            <ac:grpSpMk id="50" creationId="{A87A95FB-118F-BB0A-900D-9C66BD053B75}"/>
          </ac:grpSpMkLst>
        </pc:grpChg>
        <pc:grpChg chg="mod">
          <ac:chgData name="David BH" userId="2e3cfd3ca921f314" providerId="LiveId" clId="{16963667-19DA-4DC0-BB12-7B0E7D73C995}" dt="2024-09-25T20:34:25.225" v="1950"/>
          <ac:grpSpMkLst>
            <pc:docMk/>
            <pc:sldMk cId="3427904300" sldId="257"/>
            <ac:grpSpMk id="51" creationId="{0C072DF0-45BA-B8AB-D427-688EA66E63A0}"/>
          </ac:grpSpMkLst>
        </pc:grpChg>
        <pc:grpChg chg="add mod">
          <ac:chgData name="David BH" userId="2e3cfd3ca921f314" providerId="LiveId" clId="{16963667-19DA-4DC0-BB12-7B0E7D73C995}" dt="2024-09-25T20:34:25.225" v="1950"/>
          <ac:grpSpMkLst>
            <pc:docMk/>
            <pc:sldMk cId="3427904300" sldId="257"/>
            <ac:grpSpMk id="55" creationId="{F0149E4E-BABD-BA43-EF8C-969C26E60827}"/>
          </ac:grpSpMkLst>
        </pc:grpChg>
        <pc:grpChg chg="mod">
          <ac:chgData name="David BH" userId="2e3cfd3ca921f314" providerId="LiveId" clId="{16963667-19DA-4DC0-BB12-7B0E7D73C995}" dt="2024-09-25T20:34:25.225" v="1950"/>
          <ac:grpSpMkLst>
            <pc:docMk/>
            <pc:sldMk cId="3427904300" sldId="257"/>
            <ac:grpSpMk id="56" creationId="{58275357-612C-F543-0578-68DCD0C893F8}"/>
          </ac:grpSpMkLst>
        </pc:grpChg>
        <pc:graphicFrameChg chg="add del modGraphic">
          <ac:chgData name="David BH" userId="2e3cfd3ca921f314" providerId="LiveId" clId="{16963667-19DA-4DC0-BB12-7B0E7D73C995}" dt="2024-09-25T19:43:33.851" v="9" actId="1032"/>
          <ac:graphicFrameMkLst>
            <pc:docMk/>
            <pc:sldMk cId="3427904300" sldId="257"/>
            <ac:graphicFrameMk id="5" creationId="{FC73D170-8F25-2CFF-2D97-3174E40FCB0F}"/>
          </ac:graphicFrameMkLst>
        </pc:graphicFrameChg>
        <pc:graphicFrameChg chg="add del mod">
          <ac:chgData name="David BH" userId="2e3cfd3ca921f314" providerId="LiveId" clId="{16963667-19DA-4DC0-BB12-7B0E7D73C995}" dt="2024-09-25T20:34:23.725" v="1949" actId="478"/>
          <ac:graphicFrameMkLst>
            <pc:docMk/>
            <pc:sldMk cId="3427904300" sldId="257"/>
            <ac:graphicFrameMk id="6" creationId="{68BE1704-38F2-436B-BC89-D7561FE828F8}"/>
          </ac:graphicFrameMkLst>
        </pc:graphicFrameChg>
        <pc:graphicFrameChg chg="add del modGraphic">
          <ac:chgData name="David BH" userId="2e3cfd3ca921f314" providerId="LiveId" clId="{16963667-19DA-4DC0-BB12-7B0E7D73C995}" dt="2024-09-25T19:59:06.697" v="521" actId="1032"/>
          <ac:graphicFrameMkLst>
            <pc:docMk/>
            <pc:sldMk cId="3427904300" sldId="257"/>
            <ac:graphicFrameMk id="29" creationId="{525314E9-818D-E2DD-7991-F34AC37E52F0}"/>
          </ac:graphicFrameMkLst>
        </pc:graphicFrameChg>
      </pc:sldChg>
      <pc:sldChg chg="addSp delSp modSp mod">
        <pc:chgData name="David BH" userId="2e3cfd3ca921f314" providerId="LiveId" clId="{16963667-19DA-4DC0-BB12-7B0E7D73C995}" dt="2024-09-25T22:42:01.757" v="2839" actId="20577"/>
        <pc:sldMkLst>
          <pc:docMk/>
          <pc:sldMk cId="0" sldId="263"/>
        </pc:sldMkLst>
        <pc:spChg chg="add del mod">
          <ac:chgData name="David BH" userId="2e3cfd3ca921f314" providerId="LiveId" clId="{16963667-19DA-4DC0-BB12-7B0E7D73C995}" dt="2024-09-25T19:42:22.845" v="3" actId="478"/>
          <ac:spMkLst>
            <pc:docMk/>
            <pc:sldMk cId="0" sldId="263"/>
            <ac:spMk id="3" creationId="{D78E31D6-A1BA-4AE6-5EFE-F5EC41D8D459}"/>
          </ac:spMkLst>
        </pc:spChg>
        <pc:spChg chg="add mod">
          <ac:chgData name="David BH" userId="2e3cfd3ca921f314" providerId="LiveId" clId="{16963667-19DA-4DC0-BB12-7B0E7D73C995}" dt="2024-09-25T19:42:19.301" v="2"/>
          <ac:spMkLst>
            <pc:docMk/>
            <pc:sldMk cId="0" sldId="263"/>
            <ac:spMk id="4" creationId="{73521A90-637B-E885-ADA0-33E264E91DE8}"/>
          </ac:spMkLst>
        </pc:spChg>
        <pc:spChg chg="add mod">
          <ac:chgData name="David BH" userId="2e3cfd3ca921f314" providerId="LiveId" clId="{16963667-19DA-4DC0-BB12-7B0E7D73C995}" dt="2024-09-25T20:50:32.109" v="2638" actId="403"/>
          <ac:spMkLst>
            <pc:docMk/>
            <pc:sldMk cId="0" sldId="263"/>
            <ac:spMk id="5" creationId="{F99DE3B8-AA1F-1BB2-8B5F-DAF25E79998E}"/>
          </ac:spMkLst>
        </pc:spChg>
        <pc:spChg chg="mod">
          <ac:chgData name="David BH" userId="2e3cfd3ca921f314" providerId="LiveId" clId="{16963667-19DA-4DC0-BB12-7B0E7D73C995}" dt="2024-09-25T20:51:10.381" v="2640" actId="207"/>
          <ac:spMkLst>
            <pc:docMk/>
            <pc:sldMk cId="0" sldId="263"/>
            <ac:spMk id="10" creationId="{32C81C3B-8307-A667-ED99-F0EA3CB40795}"/>
          </ac:spMkLst>
        </pc:spChg>
        <pc:spChg chg="mod">
          <ac:chgData name="David BH" userId="2e3cfd3ca921f314" providerId="LiveId" clId="{16963667-19DA-4DC0-BB12-7B0E7D73C995}" dt="2024-09-25T20:51:24.652" v="2641" actId="207"/>
          <ac:spMkLst>
            <pc:docMk/>
            <pc:sldMk cId="0" sldId="263"/>
            <ac:spMk id="11" creationId="{656F0965-DC9B-1CFD-3B55-438B27622E0D}"/>
          </ac:spMkLst>
        </pc:spChg>
        <pc:spChg chg="mod">
          <ac:chgData name="David BH" userId="2e3cfd3ca921f314" providerId="LiveId" clId="{16963667-19DA-4DC0-BB12-7B0E7D73C995}" dt="2024-09-25T20:53:25.341" v="2651" actId="20577"/>
          <ac:spMkLst>
            <pc:docMk/>
            <pc:sldMk cId="0" sldId="263"/>
            <ac:spMk id="12" creationId="{CCB12688-51EE-8548-5A32-F0ECEACFB8D0}"/>
          </ac:spMkLst>
        </pc:spChg>
        <pc:spChg chg="mod">
          <ac:chgData name="David BH" userId="2e3cfd3ca921f314" providerId="LiveId" clId="{16963667-19DA-4DC0-BB12-7B0E7D73C995}" dt="2024-09-25T20:51:10.381" v="2640" actId="207"/>
          <ac:spMkLst>
            <pc:docMk/>
            <pc:sldMk cId="0" sldId="263"/>
            <ac:spMk id="15" creationId="{6391CF7B-64AE-120F-144A-FC3DDB2EA0D3}"/>
          </ac:spMkLst>
        </pc:spChg>
        <pc:spChg chg="mod">
          <ac:chgData name="David BH" userId="2e3cfd3ca921f314" providerId="LiveId" clId="{16963667-19DA-4DC0-BB12-7B0E7D73C995}" dt="2024-09-25T20:51:24.652" v="2641" actId="207"/>
          <ac:spMkLst>
            <pc:docMk/>
            <pc:sldMk cId="0" sldId="263"/>
            <ac:spMk id="16" creationId="{0F1839D8-B227-A4E1-A768-F34D0EB68A28}"/>
          </ac:spMkLst>
        </pc:spChg>
        <pc:spChg chg="mod">
          <ac:chgData name="David BH" userId="2e3cfd3ca921f314" providerId="LiveId" clId="{16963667-19DA-4DC0-BB12-7B0E7D73C995}" dt="2024-09-25T20:57:19.601" v="2791" actId="20577"/>
          <ac:spMkLst>
            <pc:docMk/>
            <pc:sldMk cId="0" sldId="263"/>
            <ac:spMk id="17" creationId="{B37EBA7C-9F0A-562D-207F-27194D641CD7}"/>
          </ac:spMkLst>
        </pc:spChg>
        <pc:spChg chg="mod">
          <ac:chgData name="David BH" userId="2e3cfd3ca921f314" providerId="LiveId" clId="{16963667-19DA-4DC0-BB12-7B0E7D73C995}" dt="2024-09-25T20:51:10.381" v="2640" actId="207"/>
          <ac:spMkLst>
            <pc:docMk/>
            <pc:sldMk cId="0" sldId="263"/>
            <ac:spMk id="20" creationId="{BB466911-05BC-BECF-9980-8060CB3D54E7}"/>
          </ac:spMkLst>
        </pc:spChg>
        <pc:spChg chg="mod">
          <ac:chgData name="David BH" userId="2e3cfd3ca921f314" providerId="LiveId" clId="{16963667-19DA-4DC0-BB12-7B0E7D73C995}" dt="2024-09-25T20:51:24.652" v="2641" actId="207"/>
          <ac:spMkLst>
            <pc:docMk/>
            <pc:sldMk cId="0" sldId="263"/>
            <ac:spMk id="21" creationId="{BD1E6EB2-AB67-3A1E-4B5F-B8F381AABB1F}"/>
          </ac:spMkLst>
        </pc:spChg>
        <pc:spChg chg="mod">
          <ac:chgData name="David BH" userId="2e3cfd3ca921f314" providerId="LiveId" clId="{16963667-19DA-4DC0-BB12-7B0E7D73C995}" dt="2024-09-25T20:49:41.296" v="2636" actId="113"/>
          <ac:spMkLst>
            <pc:docMk/>
            <pc:sldMk cId="0" sldId="263"/>
            <ac:spMk id="22" creationId="{9C0F045D-F24A-54A6-9C3A-5AA98B7B2548}"/>
          </ac:spMkLst>
        </pc:spChg>
        <pc:spChg chg="del">
          <ac:chgData name="David BH" userId="2e3cfd3ca921f314" providerId="LiveId" clId="{16963667-19DA-4DC0-BB12-7B0E7D73C995}" dt="2024-09-25T19:42:18.932" v="0" actId="478"/>
          <ac:spMkLst>
            <pc:docMk/>
            <pc:sldMk cId="0" sldId="263"/>
            <ac:spMk id="641" creationId="{00000000-0000-0000-0000-000000000000}"/>
          </ac:spMkLst>
        </pc:spChg>
        <pc:spChg chg="del">
          <ac:chgData name="David BH" userId="2e3cfd3ca921f314" providerId="LiveId" clId="{16963667-19DA-4DC0-BB12-7B0E7D73C995}" dt="2024-09-25T19:42:37.606" v="6" actId="478"/>
          <ac:spMkLst>
            <pc:docMk/>
            <pc:sldMk cId="0" sldId="263"/>
            <ac:spMk id="689" creationId="{00000000-0000-0000-0000-000000000000}"/>
          </ac:spMkLst>
        </pc:spChg>
        <pc:spChg chg="del">
          <ac:chgData name="David BH" userId="2e3cfd3ca921f314" providerId="LiveId" clId="{16963667-19DA-4DC0-BB12-7B0E7D73C995}" dt="2024-09-25T19:42:37.606" v="6" actId="478"/>
          <ac:spMkLst>
            <pc:docMk/>
            <pc:sldMk cId="0" sldId="263"/>
            <ac:spMk id="690" creationId="{00000000-0000-0000-0000-000000000000}"/>
          </ac:spMkLst>
        </pc:spChg>
        <pc:spChg chg="mod">
          <ac:chgData name="David BH" userId="2e3cfd3ca921f314" providerId="LiveId" clId="{16963667-19DA-4DC0-BB12-7B0E7D73C995}" dt="2024-09-25T20:51:24.652" v="2641" actId="207"/>
          <ac:spMkLst>
            <pc:docMk/>
            <pc:sldMk cId="0" sldId="263"/>
            <ac:spMk id="698" creationId="{00000000-0000-0000-0000-000000000000}"/>
          </ac:spMkLst>
        </pc:spChg>
        <pc:spChg chg="mod">
          <ac:chgData name="David BH" userId="2e3cfd3ca921f314" providerId="LiveId" clId="{16963667-19DA-4DC0-BB12-7B0E7D73C995}" dt="2024-09-25T20:38:14.694" v="2177" actId="1036"/>
          <ac:spMkLst>
            <pc:docMk/>
            <pc:sldMk cId="0" sldId="263"/>
            <ac:spMk id="699" creationId="{00000000-0000-0000-0000-000000000000}"/>
          </ac:spMkLst>
        </pc:spChg>
        <pc:spChg chg="mod">
          <ac:chgData name="David BH" userId="2e3cfd3ca921f314" providerId="LiveId" clId="{16963667-19DA-4DC0-BB12-7B0E7D73C995}" dt="2024-09-25T20:51:10.381" v="2640" actId="207"/>
          <ac:spMkLst>
            <pc:docMk/>
            <pc:sldMk cId="0" sldId="263"/>
            <ac:spMk id="700" creationId="{00000000-0000-0000-0000-000000000000}"/>
          </ac:spMkLst>
        </pc:spChg>
        <pc:spChg chg="mod">
          <ac:chgData name="David BH" userId="2e3cfd3ca921f314" providerId="LiveId" clId="{16963667-19DA-4DC0-BB12-7B0E7D73C995}" dt="2024-09-25T20:51:24.652" v="2641" actId="207"/>
          <ac:spMkLst>
            <pc:docMk/>
            <pc:sldMk cId="0" sldId="263"/>
            <ac:spMk id="703" creationId="{00000000-0000-0000-0000-000000000000}"/>
          </ac:spMkLst>
        </pc:spChg>
        <pc:spChg chg="mod">
          <ac:chgData name="David BH" userId="2e3cfd3ca921f314" providerId="LiveId" clId="{16963667-19DA-4DC0-BB12-7B0E7D73C995}" dt="2024-09-25T22:01:05.758" v="2838" actId="20577"/>
          <ac:spMkLst>
            <pc:docMk/>
            <pc:sldMk cId="0" sldId="263"/>
            <ac:spMk id="704" creationId="{00000000-0000-0000-0000-000000000000}"/>
          </ac:spMkLst>
        </pc:spChg>
        <pc:spChg chg="mod">
          <ac:chgData name="David BH" userId="2e3cfd3ca921f314" providerId="LiveId" clId="{16963667-19DA-4DC0-BB12-7B0E7D73C995}" dt="2024-09-25T20:51:10.381" v="2640" actId="207"/>
          <ac:spMkLst>
            <pc:docMk/>
            <pc:sldMk cId="0" sldId="263"/>
            <ac:spMk id="705" creationId="{00000000-0000-0000-0000-000000000000}"/>
          </ac:spMkLst>
        </pc:spChg>
        <pc:spChg chg="mod">
          <ac:chgData name="David BH" userId="2e3cfd3ca921f314" providerId="LiveId" clId="{16963667-19DA-4DC0-BB12-7B0E7D73C995}" dt="2024-09-25T20:51:24.652" v="2641" actId="207"/>
          <ac:spMkLst>
            <pc:docMk/>
            <pc:sldMk cId="0" sldId="263"/>
            <ac:spMk id="713" creationId="{00000000-0000-0000-0000-000000000000}"/>
          </ac:spMkLst>
        </pc:spChg>
        <pc:spChg chg="mod">
          <ac:chgData name="David BH" userId="2e3cfd3ca921f314" providerId="LiveId" clId="{16963667-19DA-4DC0-BB12-7B0E7D73C995}" dt="2024-09-25T22:42:01.757" v="2839" actId="20577"/>
          <ac:spMkLst>
            <pc:docMk/>
            <pc:sldMk cId="0" sldId="263"/>
            <ac:spMk id="714" creationId="{00000000-0000-0000-0000-000000000000}"/>
          </ac:spMkLst>
        </pc:spChg>
        <pc:spChg chg="mod">
          <ac:chgData name="David BH" userId="2e3cfd3ca921f314" providerId="LiveId" clId="{16963667-19DA-4DC0-BB12-7B0E7D73C995}" dt="2024-09-25T20:51:10.381" v="2640" actId="207"/>
          <ac:spMkLst>
            <pc:docMk/>
            <pc:sldMk cId="0" sldId="263"/>
            <ac:spMk id="715" creationId="{00000000-0000-0000-0000-000000000000}"/>
          </ac:spMkLst>
        </pc:spChg>
        <pc:spChg chg="mod">
          <ac:chgData name="David BH" userId="2e3cfd3ca921f314" providerId="LiveId" clId="{16963667-19DA-4DC0-BB12-7B0E7D73C995}" dt="2024-09-25T20:36:36.441" v="1976" actId="20577"/>
          <ac:spMkLst>
            <pc:docMk/>
            <pc:sldMk cId="0" sldId="263"/>
            <ac:spMk id="718" creationId="{00000000-0000-0000-0000-000000000000}"/>
          </ac:spMkLst>
        </pc:spChg>
        <pc:spChg chg="mod">
          <ac:chgData name="David BH" userId="2e3cfd3ca921f314" providerId="LiveId" clId="{16963667-19DA-4DC0-BB12-7B0E7D73C995}" dt="2024-09-25T20:33:11.067" v="1944" actId="120"/>
          <ac:spMkLst>
            <pc:docMk/>
            <pc:sldMk cId="0" sldId="263"/>
            <ac:spMk id="719" creationId="{00000000-0000-0000-0000-000000000000}"/>
          </ac:spMkLst>
        </pc:spChg>
        <pc:spChg chg="mod">
          <ac:chgData name="David BH" userId="2e3cfd3ca921f314" providerId="LiveId" clId="{16963667-19DA-4DC0-BB12-7B0E7D73C995}" dt="2024-09-25T20:33:48.115" v="1946" actId="1076"/>
          <ac:spMkLst>
            <pc:docMk/>
            <pc:sldMk cId="0" sldId="263"/>
            <ac:spMk id="720" creationId="{00000000-0000-0000-0000-000000000000}"/>
          </ac:spMkLst>
        </pc:spChg>
        <pc:spChg chg="mod">
          <ac:chgData name="David BH" userId="2e3cfd3ca921f314" providerId="LiveId" clId="{16963667-19DA-4DC0-BB12-7B0E7D73C995}" dt="2024-09-25T20:27:48.270" v="1744" actId="20577"/>
          <ac:spMkLst>
            <pc:docMk/>
            <pc:sldMk cId="0" sldId="263"/>
            <ac:spMk id="723" creationId="{00000000-0000-0000-0000-000000000000}"/>
          </ac:spMkLst>
        </pc:spChg>
        <pc:spChg chg="mod">
          <ac:chgData name="David BH" userId="2e3cfd3ca921f314" providerId="LiveId" clId="{16963667-19DA-4DC0-BB12-7B0E7D73C995}" dt="2024-09-25T20:30:59.482" v="1857" actId="20577"/>
          <ac:spMkLst>
            <pc:docMk/>
            <pc:sldMk cId="0" sldId="263"/>
            <ac:spMk id="724" creationId="{00000000-0000-0000-0000-000000000000}"/>
          </ac:spMkLst>
        </pc:spChg>
        <pc:spChg chg="mod">
          <ac:chgData name="David BH" userId="2e3cfd3ca921f314" providerId="LiveId" clId="{16963667-19DA-4DC0-BB12-7B0E7D73C995}" dt="2024-09-25T20:29:12.813" v="1762" actId="20577"/>
          <ac:spMkLst>
            <pc:docMk/>
            <pc:sldMk cId="0" sldId="263"/>
            <ac:spMk id="725" creationId="{00000000-0000-0000-0000-000000000000}"/>
          </ac:spMkLst>
        </pc:spChg>
        <pc:spChg chg="mod">
          <ac:chgData name="David BH" userId="2e3cfd3ca921f314" providerId="LiveId" clId="{16963667-19DA-4DC0-BB12-7B0E7D73C995}" dt="2024-09-25T20:30:22.546" v="1800" actId="20577"/>
          <ac:spMkLst>
            <pc:docMk/>
            <pc:sldMk cId="0" sldId="263"/>
            <ac:spMk id="733" creationId="{00000000-0000-0000-0000-000000000000}"/>
          </ac:spMkLst>
        </pc:spChg>
        <pc:spChg chg="mod">
          <ac:chgData name="David BH" userId="2e3cfd3ca921f314" providerId="LiveId" clId="{16963667-19DA-4DC0-BB12-7B0E7D73C995}" dt="2024-09-25T20:30:15.239" v="1783" actId="20577"/>
          <ac:spMkLst>
            <pc:docMk/>
            <pc:sldMk cId="0" sldId="263"/>
            <ac:spMk id="734" creationId="{00000000-0000-0000-0000-000000000000}"/>
          </ac:spMkLst>
        </pc:spChg>
        <pc:grpChg chg="add mod">
          <ac:chgData name="David BH" userId="2e3cfd3ca921f314" providerId="LiveId" clId="{16963667-19DA-4DC0-BB12-7B0E7D73C995}" dt="2024-09-25T20:57:13.541" v="2790" actId="14100"/>
          <ac:grpSpMkLst>
            <pc:docMk/>
            <pc:sldMk cId="0" sldId="263"/>
            <ac:grpSpMk id="8" creationId="{3FFD381F-0ABC-2CCE-3AC0-C5D2594867B9}"/>
          </ac:grpSpMkLst>
        </pc:grpChg>
        <pc:grpChg chg="mod">
          <ac:chgData name="David BH" userId="2e3cfd3ca921f314" providerId="LiveId" clId="{16963667-19DA-4DC0-BB12-7B0E7D73C995}" dt="2024-09-25T20:36:44.712" v="1980"/>
          <ac:grpSpMkLst>
            <pc:docMk/>
            <pc:sldMk cId="0" sldId="263"/>
            <ac:grpSpMk id="9" creationId="{617414F2-524B-3CFC-2BFD-E5D005E586A5}"/>
          </ac:grpSpMkLst>
        </pc:grpChg>
        <pc:grpChg chg="add mod">
          <ac:chgData name="David BH" userId="2e3cfd3ca921f314" providerId="LiveId" clId="{16963667-19DA-4DC0-BB12-7B0E7D73C995}" dt="2024-09-25T20:57:13.541" v="2790" actId="14100"/>
          <ac:grpSpMkLst>
            <pc:docMk/>
            <pc:sldMk cId="0" sldId="263"/>
            <ac:grpSpMk id="13" creationId="{284B255A-C90F-0D69-3475-800FC6B19375}"/>
          </ac:grpSpMkLst>
        </pc:grpChg>
        <pc:grpChg chg="mod">
          <ac:chgData name="David BH" userId="2e3cfd3ca921f314" providerId="LiveId" clId="{16963667-19DA-4DC0-BB12-7B0E7D73C995}" dt="2024-09-25T20:36:44.712" v="1980"/>
          <ac:grpSpMkLst>
            <pc:docMk/>
            <pc:sldMk cId="0" sldId="263"/>
            <ac:grpSpMk id="14" creationId="{E20A8E5F-C9A4-9A76-BFDB-7BBC9D9EE1E6}"/>
          </ac:grpSpMkLst>
        </pc:grpChg>
        <pc:grpChg chg="add mod">
          <ac:chgData name="David BH" userId="2e3cfd3ca921f314" providerId="LiveId" clId="{16963667-19DA-4DC0-BB12-7B0E7D73C995}" dt="2024-09-25T20:57:39.500" v="2792" actId="14100"/>
          <ac:grpSpMkLst>
            <pc:docMk/>
            <pc:sldMk cId="0" sldId="263"/>
            <ac:grpSpMk id="18" creationId="{8554B23D-72D1-3DBC-DBD0-D9BEA8648ED6}"/>
          </ac:grpSpMkLst>
        </pc:grpChg>
        <pc:grpChg chg="mod">
          <ac:chgData name="David BH" userId="2e3cfd3ca921f314" providerId="LiveId" clId="{16963667-19DA-4DC0-BB12-7B0E7D73C995}" dt="2024-09-25T20:36:44.712" v="1980"/>
          <ac:grpSpMkLst>
            <pc:docMk/>
            <pc:sldMk cId="0" sldId="263"/>
            <ac:grpSpMk id="19" creationId="{3336747B-A595-4253-4D5D-E5FC727225D1}"/>
          </ac:grpSpMkLst>
        </pc:grpChg>
        <pc:grpChg chg="del">
          <ac:chgData name="David BH" userId="2e3cfd3ca921f314" providerId="LiveId" clId="{16963667-19DA-4DC0-BB12-7B0E7D73C995}" dt="2024-09-25T19:42:39.087" v="7" actId="478"/>
          <ac:grpSpMkLst>
            <pc:docMk/>
            <pc:sldMk cId="0" sldId="263"/>
            <ac:grpSpMk id="642" creationId="{00000000-0000-0000-0000-000000000000}"/>
          </ac:grpSpMkLst>
        </pc:grpChg>
        <pc:grpChg chg="del">
          <ac:chgData name="David BH" userId="2e3cfd3ca921f314" providerId="LiveId" clId="{16963667-19DA-4DC0-BB12-7B0E7D73C995}" dt="2024-09-25T19:42:37.606" v="6" actId="478"/>
          <ac:grpSpMkLst>
            <pc:docMk/>
            <pc:sldMk cId="0" sldId="263"/>
            <ac:grpSpMk id="691" creationId="{00000000-0000-0000-0000-000000000000}"/>
          </ac:grpSpMkLst>
        </pc:grpChg>
        <pc:grpChg chg="mod">
          <ac:chgData name="David BH" userId="2e3cfd3ca921f314" providerId="LiveId" clId="{16963667-19DA-4DC0-BB12-7B0E7D73C995}" dt="2024-09-25T20:55:42.884" v="2739" actId="1036"/>
          <ac:grpSpMkLst>
            <pc:docMk/>
            <pc:sldMk cId="0" sldId="263"/>
            <ac:grpSpMk id="696" creationId="{00000000-0000-0000-0000-000000000000}"/>
          </ac:grpSpMkLst>
        </pc:grpChg>
        <pc:grpChg chg="mod">
          <ac:chgData name="David BH" userId="2e3cfd3ca921f314" providerId="LiveId" clId="{16963667-19DA-4DC0-BB12-7B0E7D73C995}" dt="2024-09-25T20:55:42.884" v="2739" actId="1036"/>
          <ac:grpSpMkLst>
            <pc:docMk/>
            <pc:sldMk cId="0" sldId="263"/>
            <ac:grpSpMk id="701" creationId="{00000000-0000-0000-0000-000000000000}"/>
          </ac:grpSpMkLst>
        </pc:grpChg>
        <pc:grpChg chg="del">
          <ac:chgData name="David BH" userId="2e3cfd3ca921f314" providerId="LiveId" clId="{16963667-19DA-4DC0-BB12-7B0E7D73C995}" dt="2024-09-25T20:02:03.637" v="575" actId="478"/>
          <ac:grpSpMkLst>
            <pc:docMk/>
            <pc:sldMk cId="0" sldId="263"/>
            <ac:grpSpMk id="706" creationId="{00000000-0000-0000-0000-000000000000}"/>
          </ac:grpSpMkLst>
        </pc:grpChg>
        <pc:grpChg chg="mod">
          <ac:chgData name="David BH" userId="2e3cfd3ca921f314" providerId="LiveId" clId="{16963667-19DA-4DC0-BB12-7B0E7D73C995}" dt="2024-09-25T20:55:42.884" v="2739" actId="1036"/>
          <ac:grpSpMkLst>
            <pc:docMk/>
            <pc:sldMk cId="0" sldId="263"/>
            <ac:grpSpMk id="711" creationId="{00000000-0000-0000-0000-000000000000}"/>
          </ac:grpSpMkLst>
        </pc:grpChg>
        <pc:grpChg chg="del mod">
          <ac:chgData name="David BH" userId="2e3cfd3ca921f314" providerId="LiveId" clId="{16963667-19DA-4DC0-BB12-7B0E7D73C995}" dt="2024-09-25T20:36:39.271" v="1977" actId="478"/>
          <ac:grpSpMkLst>
            <pc:docMk/>
            <pc:sldMk cId="0" sldId="263"/>
            <ac:grpSpMk id="716" creationId="{00000000-0000-0000-0000-000000000000}"/>
          </ac:grpSpMkLst>
        </pc:grpChg>
        <pc:grpChg chg="del mod">
          <ac:chgData name="David BH" userId="2e3cfd3ca921f314" providerId="LiveId" clId="{16963667-19DA-4DC0-BB12-7B0E7D73C995}" dt="2024-09-25T20:36:41.483" v="1978" actId="478"/>
          <ac:grpSpMkLst>
            <pc:docMk/>
            <pc:sldMk cId="0" sldId="263"/>
            <ac:grpSpMk id="721" creationId="{00000000-0000-0000-0000-000000000000}"/>
          </ac:grpSpMkLst>
        </pc:grpChg>
        <pc:grpChg chg="del">
          <ac:chgData name="David BH" userId="2e3cfd3ca921f314" providerId="LiveId" clId="{16963667-19DA-4DC0-BB12-7B0E7D73C995}" dt="2024-09-25T20:21:14.167" v="1473" actId="478"/>
          <ac:grpSpMkLst>
            <pc:docMk/>
            <pc:sldMk cId="0" sldId="263"/>
            <ac:grpSpMk id="726" creationId="{00000000-0000-0000-0000-000000000000}"/>
          </ac:grpSpMkLst>
        </pc:grpChg>
        <pc:grpChg chg="del mod">
          <ac:chgData name="David BH" userId="2e3cfd3ca921f314" providerId="LiveId" clId="{16963667-19DA-4DC0-BB12-7B0E7D73C995}" dt="2024-09-25T20:36:43.287" v="1979" actId="478"/>
          <ac:grpSpMkLst>
            <pc:docMk/>
            <pc:sldMk cId="0" sldId="263"/>
            <ac:grpSpMk id="731" creationId="{00000000-0000-0000-0000-000000000000}"/>
          </ac:grpSpMkLst>
        </pc:grpChg>
        <pc:graphicFrameChg chg="add del mod modGraphic">
          <ac:chgData name="David BH" userId="2e3cfd3ca921f314" providerId="LiveId" clId="{16963667-19DA-4DC0-BB12-7B0E7D73C995}" dt="2024-09-25T19:59:11.909" v="522" actId="478"/>
          <ac:graphicFrameMkLst>
            <pc:docMk/>
            <pc:sldMk cId="0" sldId="263"/>
            <ac:graphicFrameMk id="6" creationId="{BF0CAFD4-077F-8D64-1D35-3B0F2638277E}"/>
          </ac:graphicFrameMkLst>
        </pc:graphicFrameChg>
        <pc:graphicFrameChg chg="add del mod modGraphic">
          <ac:chgData name="David BH" userId="2e3cfd3ca921f314" providerId="LiveId" clId="{16963667-19DA-4DC0-BB12-7B0E7D73C995}" dt="2024-09-25T20:00:12.588" v="525" actId="478"/>
          <ac:graphicFrameMkLst>
            <pc:docMk/>
            <pc:sldMk cId="0" sldId="263"/>
            <ac:graphicFrameMk id="7" creationId="{125B42AB-A3AD-BF2B-CEE6-58CABA6F8766}"/>
          </ac:graphicFrameMkLst>
        </pc:graphicFrameChg>
        <pc:cxnChg chg="del mod">
          <ac:chgData name="David BH" userId="2e3cfd3ca921f314" providerId="LiveId" clId="{16963667-19DA-4DC0-BB12-7B0E7D73C995}" dt="2024-09-25T19:42:37.606" v="6" actId="478"/>
          <ac:cxnSpMkLst>
            <pc:docMk/>
            <pc:sldMk cId="0" sldId="263"/>
            <ac:cxnSpMk id="695" creationId="{00000000-0000-0000-0000-000000000000}"/>
          </ac:cxnSpMkLst>
        </pc:cxnChg>
      </pc:sldChg>
      <pc:sldChg chg="delSp modSp mod">
        <pc:chgData name="David BH" userId="2e3cfd3ca921f314" providerId="LiveId" clId="{16963667-19DA-4DC0-BB12-7B0E7D73C995}" dt="2024-09-25T22:48:23.748" v="2885" actId="20577"/>
        <pc:sldMkLst>
          <pc:docMk/>
          <pc:sldMk cId="2492003566" sldId="319"/>
        </pc:sldMkLst>
        <pc:spChg chg="del">
          <ac:chgData name="David BH" userId="2e3cfd3ca921f314" providerId="LiveId" clId="{16963667-19DA-4DC0-BB12-7B0E7D73C995}" dt="2024-09-25T21:00:03.849" v="2798" actId="478"/>
          <ac:spMkLst>
            <pc:docMk/>
            <pc:sldMk cId="2492003566" sldId="319"/>
            <ac:spMk id="3" creationId="{88D6D3DF-7D09-133B-3AEB-532EBFDF5BE5}"/>
          </ac:spMkLst>
        </pc:spChg>
        <pc:spChg chg="mod">
          <ac:chgData name="David BH" userId="2e3cfd3ca921f314" providerId="LiveId" clId="{16963667-19DA-4DC0-BB12-7B0E7D73C995}" dt="2024-09-25T22:47:52.662" v="2877" actId="20577"/>
          <ac:spMkLst>
            <pc:docMk/>
            <pc:sldMk cId="2492003566" sldId="319"/>
            <ac:spMk id="288" creationId="{4C3A6A52-32BE-C75C-6933-9EF807069799}"/>
          </ac:spMkLst>
        </pc:spChg>
        <pc:spChg chg="mod">
          <ac:chgData name="David BH" userId="2e3cfd3ca921f314" providerId="LiveId" clId="{16963667-19DA-4DC0-BB12-7B0E7D73C995}" dt="2024-09-25T22:48:23.748" v="2885" actId="20577"/>
          <ac:spMkLst>
            <pc:docMk/>
            <pc:sldMk cId="2492003566" sldId="319"/>
            <ac:spMk id="296" creationId="{195464EA-4C3B-82D7-510F-500D00778E10}"/>
          </ac:spMkLst>
        </pc:spChg>
        <pc:spChg chg="mod">
          <ac:chgData name="David BH" userId="2e3cfd3ca921f314" providerId="LiveId" clId="{16963667-19DA-4DC0-BB12-7B0E7D73C995}" dt="2024-09-25T21:39:02.670" v="2833" actId="20577"/>
          <ac:spMkLst>
            <pc:docMk/>
            <pc:sldMk cId="2492003566" sldId="319"/>
            <ac:spMk id="357" creationId="{C491A411-78B7-8C5D-BAEC-254DCD63945C}"/>
          </ac:spMkLst>
        </pc:spChg>
      </pc:sldChg>
      <pc:sldChg chg="modSp mod">
        <pc:chgData name="David BH" userId="2e3cfd3ca921f314" providerId="LiveId" clId="{16963667-19DA-4DC0-BB12-7B0E7D73C995}" dt="2024-09-25T21:45:33.262" v="2836" actId="1036"/>
        <pc:sldMkLst>
          <pc:docMk/>
          <pc:sldMk cId="0" sldId="320"/>
        </pc:sldMkLst>
        <pc:graphicFrameChg chg="mod">
          <ac:chgData name="David BH" userId="2e3cfd3ca921f314" providerId="LiveId" clId="{16963667-19DA-4DC0-BB12-7B0E7D73C995}" dt="2024-09-25T21:27:30.408" v="2828" actId="14100"/>
          <ac:graphicFrameMkLst>
            <pc:docMk/>
            <pc:sldMk cId="0" sldId="320"/>
            <ac:graphicFrameMk id="23" creationId="{779DAEF2-33F9-E4B2-ECAD-A2BC28A4D7D6}"/>
          </ac:graphicFrameMkLst>
        </pc:graphicFrameChg>
        <pc:picChg chg="mod">
          <ac:chgData name="David BH" userId="2e3cfd3ca921f314" providerId="LiveId" clId="{16963667-19DA-4DC0-BB12-7B0E7D73C995}" dt="2024-09-25T21:45:33.262" v="2836" actId="1036"/>
          <ac:picMkLst>
            <pc:docMk/>
            <pc:sldMk cId="0" sldId="320"/>
            <ac:picMk id="20" creationId="{2545AEA8-648A-8F26-244D-7FEF59B08017}"/>
          </ac:picMkLst>
        </pc:picChg>
      </pc:sldChg>
      <pc:sldChg chg="delSp mod">
        <pc:chgData name="David BH" userId="2e3cfd3ca921f314" providerId="LiveId" clId="{16963667-19DA-4DC0-BB12-7B0E7D73C995}" dt="2024-09-25T20:59:51.834" v="2797" actId="478"/>
        <pc:sldMkLst>
          <pc:docMk/>
          <pc:sldMk cId="2714397567" sldId="321"/>
        </pc:sldMkLst>
        <pc:spChg chg="del">
          <ac:chgData name="David BH" userId="2e3cfd3ca921f314" providerId="LiveId" clId="{16963667-19DA-4DC0-BB12-7B0E7D73C995}" dt="2024-09-25T20:59:51.834" v="2797" actId="478"/>
          <ac:spMkLst>
            <pc:docMk/>
            <pc:sldMk cId="2714397567" sldId="321"/>
            <ac:spMk id="3" creationId="{5E529D36-DA44-4B35-931C-00DBA5384AB0}"/>
          </ac:spMkLst>
        </pc:spChg>
      </pc:sldChg>
      <pc:sldChg chg="delSp modSp mod">
        <pc:chgData name="David BH" userId="2e3cfd3ca921f314" providerId="LiveId" clId="{16963667-19DA-4DC0-BB12-7B0E7D73C995}" dt="2024-09-26T06:54:41.965" v="2891" actId="1037"/>
        <pc:sldMkLst>
          <pc:docMk/>
          <pc:sldMk cId="4070756312" sldId="322"/>
        </pc:sldMkLst>
        <pc:spChg chg="mod">
          <ac:chgData name="David BH" userId="2e3cfd3ca921f314" providerId="LiveId" clId="{16963667-19DA-4DC0-BB12-7B0E7D73C995}" dt="2024-09-25T22:56:32.082" v="2886" actId="33524"/>
          <ac:spMkLst>
            <pc:docMk/>
            <pc:sldMk cId="4070756312" sldId="322"/>
            <ac:spMk id="74" creationId="{ACE6742C-FA9E-1D01-6ED8-BFCCEDB00EB8}"/>
          </ac:spMkLst>
        </pc:spChg>
        <pc:spChg chg="del">
          <ac:chgData name="David BH" userId="2e3cfd3ca921f314" providerId="LiveId" clId="{16963667-19DA-4DC0-BB12-7B0E7D73C995}" dt="2024-09-25T20:59:46.797" v="2796" actId="478"/>
          <ac:spMkLst>
            <pc:docMk/>
            <pc:sldMk cId="4070756312" sldId="322"/>
            <ac:spMk id="129" creationId="{B1EC8198-CF19-4894-AB0A-1568DC1EF043}"/>
          </ac:spMkLst>
        </pc:spChg>
        <pc:picChg chg="mod">
          <ac:chgData name="David BH" userId="2e3cfd3ca921f314" providerId="LiveId" clId="{16963667-19DA-4DC0-BB12-7B0E7D73C995}" dt="2024-09-26T06:54:41.965" v="2891" actId="1037"/>
          <ac:picMkLst>
            <pc:docMk/>
            <pc:sldMk cId="4070756312" sldId="322"/>
            <ac:picMk id="470" creationId="{25D7D7C6-CDF7-FB19-4522-7603DB373F83}"/>
          </ac:picMkLst>
        </pc:picChg>
        <pc:cxnChg chg="mod">
          <ac:chgData name="David BH" userId="2e3cfd3ca921f314" providerId="LiveId" clId="{16963667-19DA-4DC0-BB12-7B0E7D73C995}" dt="2024-09-26T06:54:41.965" v="2891" actId="1037"/>
          <ac:cxnSpMkLst>
            <pc:docMk/>
            <pc:sldMk cId="4070756312" sldId="322"/>
            <ac:cxnSpMk id="58" creationId="{6575897D-58B5-E3D8-B115-2ECD65F9BEB6}"/>
          </ac:cxnSpMkLst>
        </pc:cxnChg>
        <pc:cxnChg chg="mod">
          <ac:chgData name="David BH" userId="2e3cfd3ca921f314" providerId="LiveId" clId="{16963667-19DA-4DC0-BB12-7B0E7D73C995}" dt="2024-09-26T06:54:41.965" v="2891" actId="1037"/>
          <ac:cxnSpMkLst>
            <pc:docMk/>
            <pc:sldMk cId="4070756312" sldId="322"/>
            <ac:cxnSpMk id="61" creationId="{C10DA2B6-02D4-7D78-FFBF-2953D20C0A98}"/>
          </ac:cxnSpMkLst>
        </pc:cxnChg>
        <pc:cxnChg chg="mod">
          <ac:chgData name="David BH" userId="2e3cfd3ca921f314" providerId="LiveId" clId="{16963667-19DA-4DC0-BB12-7B0E7D73C995}" dt="2024-09-26T06:54:41.965" v="2891" actId="1037"/>
          <ac:cxnSpMkLst>
            <pc:docMk/>
            <pc:sldMk cId="4070756312" sldId="322"/>
            <ac:cxnSpMk id="65" creationId="{39AB128A-BEC5-116D-C4E5-FA9C5A8EA55B}"/>
          </ac:cxnSpMkLst>
        </pc:cxnChg>
      </pc:sldChg>
      <pc:sldChg chg="delSp modSp mod">
        <pc:chgData name="David BH" userId="2e3cfd3ca921f314" providerId="LiveId" clId="{16963667-19DA-4DC0-BB12-7B0E7D73C995}" dt="2024-09-25T22:56:52.972" v="2888" actId="20577"/>
        <pc:sldMkLst>
          <pc:docMk/>
          <pc:sldMk cId="3845611920" sldId="323"/>
        </pc:sldMkLst>
        <pc:spChg chg="mod">
          <ac:chgData name="David BH" userId="2e3cfd3ca921f314" providerId="LiveId" clId="{16963667-19DA-4DC0-BB12-7B0E7D73C995}" dt="2024-09-25T22:56:52.972" v="2888" actId="20577"/>
          <ac:spMkLst>
            <pc:docMk/>
            <pc:sldMk cId="3845611920" sldId="323"/>
            <ac:spMk id="74" creationId="{ACE6742C-FA9E-1D01-6ED8-BFCCEDB00EB8}"/>
          </ac:spMkLst>
        </pc:spChg>
        <pc:spChg chg="del mod">
          <ac:chgData name="David BH" userId="2e3cfd3ca921f314" providerId="LiveId" clId="{16963667-19DA-4DC0-BB12-7B0E7D73C995}" dt="2024-09-25T20:59:41.588" v="2795" actId="478"/>
          <ac:spMkLst>
            <pc:docMk/>
            <pc:sldMk cId="3845611920" sldId="323"/>
            <ac:spMk id="129" creationId="{B1EC8198-CF19-4894-AB0A-1568DC1EF043}"/>
          </ac:spMkLst>
        </pc:spChg>
      </pc:sldChg>
      <pc:sldChg chg="delSp modSp mod">
        <pc:chgData name="David BH" userId="2e3cfd3ca921f314" providerId="LiveId" clId="{16963667-19DA-4DC0-BB12-7B0E7D73C995}" dt="2024-09-25T22:57:18.606" v="2889" actId="33524"/>
        <pc:sldMkLst>
          <pc:docMk/>
          <pc:sldMk cId="99436696" sldId="324"/>
        </pc:sldMkLst>
        <pc:spChg chg="mod">
          <ac:chgData name="David BH" userId="2e3cfd3ca921f314" providerId="LiveId" clId="{16963667-19DA-4DC0-BB12-7B0E7D73C995}" dt="2024-09-25T22:57:18.606" v="2889" actId="33524"/>
          <ac:spMkLst>
            <pc:docMk/>
            <pc:sldMk cId="99436696" sldId="324"/>
            <ac:spMk id="123" creationId="{55FA45E9-7372-128F-CC07-4FF872060EEF}"/>
          </ac:spMkLst>
        </pc:spChg>
        <pc:spChg chg="del">
          <ac:chgData name="David BH" userId="2e3cfd3ca921f314" providerId="LiveId" clId="{16963667-19DA-4DC0-BB12-7B0E7D73C995}" dt="2024-09-25T20:59:34.750" v="2793" actId="478"/>
          <ac:spMkLst>
            <pc:docMk/>
            <pc:sldMk cId="99436696" sldId="324"/>
            <ac:spMk id="129" creationId="{B1EC8198-CF19-4894-AB0A-1568DC1EF043}"/>
          </ac:spMkLst>
        </pc:spChg>
      </pc:sldChg>
      <pc:sldChg chg="new add del">
        <pc:chgData name="David BH" userId="2e3cfd3ca921f314" providerId="LiveId" clId="{16963667-19DA-4DC0-BB12-7B0E7D73C995}" dt="2024-09-25T21:27:58.319" v="2829" actId="2696"/>
        <pc:sldMkLst>
          <pc:docMk/>
          <pc:sldMk cId="731577992" sldId="32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e3cfd3ca921f314/Escritorio/TFM/Comparacion%20tecnicas%20ML%20-%20D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TECNICAS</a:t>
            </a:r>
            <a:r>
              <a:rPr lang="es-MX" sz="1600" b="1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PREDOMINANTES</a:t>
            </a:r>
            <a:endParaRPr lang="es-CO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>
        <c:manualLayout>
          <c:layoutTarget val="inner"/>
          <c:xMode val="edge"/>
          <c:yMode val="edge"/>
          <c:x val="0.2099895359249008"/>
          <c:y val="0.16589157807591642"/>
          <c:w val="0.75761910154505796"/>
          <c:h val="0.80493950634168143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E295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2D4-4139-A65B-DFF71F9DA408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2D4-4139-A65B-DFF71F9DA408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2D4-4139-A65B-DFF71F9DA408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2D4-4139-A65B-DFF71F9DA408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2D4-4139-A65B-DFF71F9DA408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2D4-4139-A65B-DFF71F9DA408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2D4-4139-A65B-DFF71F9DA408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62D4-4139-A65B-DFF71F9DA408}"/>
              </c:ext>
            </c:extLst>
          </c:dPt>
          <c:dLbls>
            <c:numFmt formatCode="#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Hoja2!$A$35:$A$43</c:f>
              <c:strCache>
                <c:ptCount val="9"/>
                <c:pt idx="0">
                  <c:v>RF</c:v>
                </c:pt>
                <c:pt idx="1">
                  <c:v>XGB</c:v>
                </c:pt>
                <c:pt idx="2">
                  <c:v>LR</c:v>
                </c:pt>
                <c:pt idx="3">
                  <c:v>ANN</c:v>
                </c:pt>
                <c:pt idx="4">
                  <c:v>GNN</c:v>
                </c:pt>
                <c:pt idx="5">
                  <c:v>KNN</c:v>
                </c:pt>
                <c:pt idx="6">
                  <c:v>BDT</c:v>
                </c:pt>
                <c:pt idx="7">
                  <c:v>MN</c:v>
                </c:pt>
                <c:pt idx="8">
                  <c:v>SVM</c:v>
                </c:pt>
              </c:strCache>
            </c:strRef>
          </c:cat>
          <c:val>
            <c:numRef>
              <c:f>Hoja2!$B$35:$B$43</c:f>
              <c:numCache>
                <c:formatCode>0.0%</c:formatCode>
                <c:ptCount val="9"/>
                <c:pt idx="0">
                  <c:v>0.25</c:v>
                </c:pt>
                <c:pt idx="1">
                  <c:v>0.2</c:v>
                </c:pt>
                <c:pt idx="2">
                  <c:v>0.15</c:v>
                </c:pt>
                <c:pt idx="3">
                  <c:v>0.1</c:v>
                </c:pt>
                <c:pt idx="4">
                  <c:v>0.05</c:v>
                </c:pt>
                <c:pt idx="5">
                  <c:v>0.05</c:v>
                </c:pt>
                <c:pt idx="6">
                  <c:v>0.05</c:v>
                </c:pt>
                <c:pt idx="7">
                  <c:v>0.05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2D4-4139-A65B-DFF71F9DA4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40"/>
        <c:axId val="1768118240"/>
        <c:axId val="1768119200"/>
      </c:barChart>
      <c:catAx>
        <c:axId val="17681182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2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768119200"/>
        <c:crosses val="autoZero"/>
        <c:auto val="1"/>
        <c:lblAlgn val="ctr"/>
        <c:lblOffset val="100"/>
        <c:tickLblSkip val="1"/>
        <c:noMultiLvlLbl val="0"/>
      </c:catAx>
      <c:valAx>
        <c:axId val="1768119200"/>
        <c:scaling>
          <c:orientation val="minMax"/>
        </c:scaling>
        <c:delete val="1"/>
        <c:axPos val="t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768118240"/>
        <c:crossesAt val="9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accent1">
          <a:alpha val="97000"/>
        </a:schemeClr>
      </a:solidFill>
      <a:round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CE295E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D58-4D72-8BFD-6A06571F85A1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D58-4D72-8BFD-6A06571F85A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D58-4D72-8BFD-6A06571F85A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D58-4D72-8BFD-6A06571F85A1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0.875</c:v>
                </c:pt>
                <c:pt idx="1">
                  <c:v>0.125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D58-4D72-8BFD-6A06571F85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962-468E-8FDA-C946207B1F0E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962-468E-8FDA-C946207B1F0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962-468E-8FDA-C946207B1F0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962-468E-8FDA-C946207B1F0E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962-468E-8FDA-C946207B1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CE295E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1AA-464E-91A6-A670FFB4D04D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1AA-464E-91A6-A670FFB4D04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1AA-464E-91A6-A670FFB4D04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31AA-464E-91A6-A670FFB4D04D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6.5479999999999997E-2</c:v>
                </c:pt>
                <c:pt idx="1">
                  <c:v>0.93452000000000002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1AA-464E-91A6-A670FFB4D0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595959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A40-42F9-8A37-766BD1246A1D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A40-42F9-8A37-766BD1246A1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A40-42F9-8A37-766BD1246A1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1A40-42F9-8A37-766BD1246A1D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40-42F9-8A37-766BD1246A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595959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88D-476B-85E7-1589649D8A5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88D-476B-85E7-1589649D8A5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788D-476B-85E7-1589649D8A5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788D-476B-85E7-1589649D8A53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6.6669999999999993E-2</c:v>
                </c:pt>
                <c:pt idx="1">
                  <c:v>0.93332999999999999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88D-476B-85E7-1589649D8A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CE295E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D58-4D72-8BFD-6A06571F85A1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D58-4D72-8BFD-6A06571F85A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D58-4D72-8BFD-6A06571F85A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D58-4D72-8BFD-6A06571F85A1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0.78800000000000003</c:v>
                </c:pt>
                <c:pt idx="1">
                  <c:v>0.21199999999999999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D58-4D72-8BFD-6A06571F85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962-468E-8FDA-C946207B1F0E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962-468E-8FDA-C946207B1F0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962-468E-8FDA-C946207B1F0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962-468E-8FDA-C946207B1F0E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962-468E-8FDA-C946207B1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CE295E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1AA-464E-91A6-A670FFB4D04D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1AA-464E-91A6-A670FFB4D04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1AA-464E-91A6-A670FFB4D04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31AA-464E-91A6-A670FFB4D04D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6.5479999999999997E-2</c:v>
                </c:pt>
                <c:pt idx="1">
                  <c:v>0.93452000000000002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1AA-464E-91A6-A670FFB4D0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595959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A40-42F9-8A37-766BD1246A1D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A40-42F9-8A37-766BD1246A1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A40-42F9-8A37-766BD1246A1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1A40-42F9-8A37-766BD1246A1D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40-42F9-8A37-766BD1246A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595959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88D-476B-85E7-1589649D8A5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88D-476B-85E7-1589649D8A5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788D-476B-85E7-1589649D8A5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788D-476B-85E7-1589649D8A53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6.7000000000000004E-2</c:v>
                </c:pt>
                <c:pt idx="1">
                  <c:v>0.93300000000000005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88D-476B-85E7-1589649D8A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CE295E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D58-4D72-8BFD-6A06571F85A1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D58-4D72-8BFD-6A06571F85A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D58-4D72-8BFD-6A06571F85A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D58-4D72-8BFD-6A06571F85A1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0.83099999999999996</c:v>
                </c:pt>
                <c:pt idx="1">
                  <c:v>0.16900000000000001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D58-4D72-8BFD-6A06571F85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CE295E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9A5-4871-9817-4A7BEA064CB8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9A5-4871-9817-4A7BEA064CB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9A5-4871-9817-4A7BEA064CB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09A5-4871-9817-4A7BEA064CB8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0.81899999999999995</c:v>
                </c:pt>
                <c:pt idx="1">
                  <c:v>0.18099999999999999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9A5-4871-9817-4A7BEA064C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BBD092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EE7-44AE-9E26-B695A8FD106D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BEE7-44AE-9E26-B695A8FD106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BEE7-44AE-9E26-B695A8FD10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BEE7-44AE-9E26-B695A8FD106D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0.47499999999999998</c:v>
                </c:pt>
                <c:pt idx="1">
                  <c:v>0.52500000000000002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EE7-44AE-9E26-B695A8FD10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BBD092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EDC-499D-B72B-9CC4DC983A2A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EDC-499D-B72B-9CC4DC983A2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EDC-499D-B72B-9CC4DC983A2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6EDC-499D-B72B-9CC4DC983A2A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0.22500000000000001</c:v>
                </c:pt>
                <c:pt idx="1">
                  <c:v>0.77500000000000002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DC-499D-B72B-9CC4DC983A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DA969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89D-4032-9BA8-C80972302D8B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89D-4032-9BA8-C80972302D8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89D-4032-9BA8-C80972302D8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89D-4032-9BA8-C80972302D8B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0.22500000000000001</c:v>
                </c:pt>
                <c:pt idx="1">
                  <c:v>0.77500000000000002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9D-4032-9BA8-C80972302D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1C0E44-486F-4CCA-979D-036AA4D4337D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07B7FCC5-A3AC-48D9-AC82-25851FD760B2}">
      <dgm:prSet phldrT="[Texto]" custT="1"/>
      <dgm:spPr>
        <a:xfrm>
          <a:off x="0" y="105288"/>
          <a:ext cx="3964033" cy="254581"/>
        </a:xfrm>
        <a:prstGeom prst="roundRect">
          <a:avLst/>
        </a:prstGeo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s-ES" sz="1600" dirty="0">
              <a:solidFill>
                <a:sysClr val="window" lastClr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Tratamiento de Anomalías</a:t>
          </a:r>
          <a:endParaRPr lang="es-CO" sz="1600" dirty="0">
            <a:solidFill>
              <a:sysClr val="window" lastClr="FFFFFF"/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E50A3B50-76E6-43C5-B8BC-AC338DECD483}" type="parTrans" cxnId="{2CEC7F82-C18D-497B-81EB-6E9E23C4F178}">
      <dgm:prSet/>
      <dgm:spPr/>
      <dgm:t>
        <a:bodyPr/>
        <a:lstStyle/>
        <a:p>
          <a:endParaRPr lang="es-CO" sz="24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9AABC39A-C21A-476F-A1FA-772C7145BD68}" type="sibTrans" cxnId="{2CEC7F82-C18D-497B-81EB-6E9E23C4F178}">
      <dgm:prSet/>
      <dgm:spPr/>
      <dgm:t>
        <a:bodyPr/>
        <a:lstStyle/>
        <a:p>
          <a:endParaRPr lang="es-CO" sz="24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01BB869A-1908-4A93-982B-F56D5505F12F}">
      <dgm:prSet phldrT="[Texto]" custT="1"/>
      <dgm:spPr>
        <a:xfrm>
          <a:off x="0" y="1941673"/>
          <a:ext cx="3964033" cy="273494"/>
        </a:xfrm>
        <a:prstGeom prst="roundRect">
          <a:avLst/>
        </a:prstGeo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s-CO" sz="1600" dirty="0">
              <a:solidFill>
                <a:sysClr val="window" lastClr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Impacto del Preprocesamiento en Modelos </a:t>
          </a:r>
        </a:p>
      </dgm:t>
    </dgm:pt>
    <dgm:pt modelId="{5F5EDF19-9398-4ED6-9E91-D7A48DEBECA9}" type="parTrans" cxnId="{C6650390-F6D0-405E-AA0D-C177398904CB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38F27FF4-6809-4E2D-A5E8-3533BB29D794}" type="sibTrans" cxnId="{C6650390-F6D0-405E-AA0D-C177398904CB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DAD86E0C-841C-4CF3-93D7-A9188DE154D8}">
      <dgm:prSet phldrT="[Texto]" custT="1"/>
      <dgm:spPr>
        <a:xfrm>
          <a:off x="0" y="578241"/>
          <a:ext cx="3964033" cy="254581"/>
        </a:xfrm>
        <a:prstGeom prst="roundRect">
          <a:avLst/>
        </a:prstGeo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s-ES" sz="1600" dirty="0">
              <a:solidFill>
                <a:sysClr val="window" lastClr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Enfoque Comparativo:</a:t>
          </a:r>
          <a:endParaRPr lang="es-CO" sz="1600" dirty="0">
            <a:solidFill>
              <a:sysClr val="window" lastClr="FFFFFF"/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DB163766-16C2-4CE5-95DD-7B7F66CFCC2F}" type="sibTrans" cxnId="{D5C9CCD8-13CB-47B4-907B-695AB2047672}">
      <dgm:prSet/>
      <dgm:spPr/>
      <dgm:t>
        <a:bodyPr/>
        <a:lstStyle/>
        <a:p>
          <a:endParaRPr lang="es-CO" sz="24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6C8A3A53-3F2C-4ECC-844F-FC31E87AE856}" type="parTrans" cxnId="{D5C9CCD8-13CB-47B4-907B-695AB2047672}">
      <dgm:prSet/>
      <dgm:spPr/>
      <dgm:t>
        <a:bodyPr/>
        <a:lstStyle/>
        <a:p>
          <a:endParaRPr lang="es-CO" sz="24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DE0F97E3-4CAC-451D-93DB-3CA30DD5A400}">
      <dgm:prSet phldrT="[Texto]" custT="1"/>
      <dgm:spPr>
        <a:xfrm>
          <a:off x="0" y="359869"/>
          <a:ext cx="3964033" cy="218371"/>
        </a:xfr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Char char="•"/>
          </a:pPr>
          <a:r>
            <a:rPr lang="es-CO" sz="13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Rango Intercuartílico (IQR).</a:t>
          </a:r>
        </a:p>
      </dgm:t>
    </dgm:pt>
    <dgm:pt modelId="{99E87008-7FB4-4382-961D-3B598278C9F1}" type="parTrans" cxnId="{CB04D98F-FF39-4984-87D2-131A21A2A158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0A13F66B-6B4A-4BF5-B062-5ADF74EEACCD}" type="sibTrans" cxnId="{CB04D98F-FF39-4984-87D2-131A21A2A158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FDC2CB0E-FB4D-4D20-8F04-42DFD92312C1}">
      <dgm:prSet phldrT="[Texto]" custT="1"/>
      <dgm:spPr>
        <a:xfrm>
          <a:off x="0" y="832822"/>
          <a:ext cx="3964033" cy="1108851"/>
        </a:xfrm>
        <a:noFill/>
        <a:ln>
          <a:noFill/>
        </a:ln>
        <a:effectLst/>
      </dgm:spPr>
      <dgm:t>
        <a:bodyPr/>
        <a:lstStyle/>
        <a:p>
          <a:pPr>
            <a:lnSpc>
              <a:spcPct val="90000"/>
            </a:lnSpc>
            <a:buChar char="•"/>
          </a:pP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C2B1481C-D071-4A39-A7D3-86B08FB40B44}" type="parTrans" cxnId="{C94D4953-A523-4228-8729-A79783A82C01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1F3913EE-B27E-4727-9BF2-4E4F6A0BB582}" type="sibTrans" cxnId="{C94D4953-A523-4228-8729-A79783A82C01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32FAB2D2-AFBD-4480-B4B5-7E69F2B9A6B3}">
      <dgm:prSet phldrT="[Texto]" custT="1"/>
      <dgm:spPr>
        <a:xfrm>
          <a:off x="0" y="359869"/>
          <a:ext cx="3964033" cy="218371"/>
        </a:xfrm>
        <a:noFill/>
        <a:ln>
          <a:noFill/>
        </a:ln>
        <a:effectLst/>
      </dgm:spPr>
      <dgm:t>
        <a:bodyPr/>
        <a:lstStyle/>
        <a:p>
          <a:pPr>
            <a:lnSpc>
              <a:spcPct val="90000"/>
            </a:lnSpc>
            <a:buNone/>
          </a:pP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922F56C1-801F-46E8-9F54-58DAC29710C0}" type="parTrans" cxnId="{9786AECA-1AF3-4C12-99EF-1A10FF943CC0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2F58978F-CE04-46D6-B66C-CA2850443D32}" type="sibTrans" cxnId="{9786AECA-1AF3-4C12-99EF-1A10FF943CC0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61813BC7-63CA-409E-BF38-BE98EE09B724}">
      <dgm:prSet phldrT="[Texto]" custT="1"/>
      <dgm:spPr>
        <a:xfrm>
          <a:off x="0" y="359869"/>
          <a:ext cx="3964033" cy="218371"/>
        </a:xfr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s-CO" sz="13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Cantidad considerable de valores nulos y outliers.</a:t>
          </a: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7C220541-FCA3-451F-9168-5BAB1C173E84}" type="parTrans" cxnId="{690D5072-C78A-490C-9C4A-09D4DF726D90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71818D1E-0ECC-42D2-B40B-7038873074FB}" type="sibTrans" cxnId="{690D5072-C78A-490C-9C4A-09D4DF726D90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B7B78980-6215-4F63-8043-5B7B8FD5950E}">
      <dgm:prSet phldrT="[Texto]" custT="1"/>
      <dgm:spPr>
        <a:xfrm>
          <a:off x="0" y="832822"/>
          <a:ext cx="3964033" cy="1108851"/>
        </a:xfr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s-ES" sz="13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AUC (Área Bajo la Curva ROC).</a:t>
          </a: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A58E4074-F167-4DB0-A168-02CB1901EA5B}" type="parTrans" cxnId="{71058574-32EC-428C-958D-5FD813EAD9DA}">
      <dgm:prSet/>
      <dgm:spPr/>
      <dgm:t>
        <a:bodyPr/>
        <a:lstStyle/>
        <a:p>
          <a:endParaRPr lang="es-CO"/>
        </a:p>
      </dgm:t>
    </dgm:pt>
    <dgm:pt modelId="{9E9C3C88-68B0-4C3E-9FEF-637825E4DC37}" type="sibTrans" cxnId="{71058574-32EC-428C-958D-5FD813EAD9DA}">
      <dgm:prSet/>
      <dgm:spPr/>
      <dgm:t>
        <a:bodyPr/>
        <a:lstStyle/>
        <a:p>
          <a:endParaRPr lang="es-CO"/>
        </a:p>
      </dgm:t>
    </dgm:pt>
    <dgm:pt modelId="{7338160C-5138-4436-9FAE-3E74BCBA7D6B}">
      <dgm:prSet phldrT="[Texto]" custT="1"/>
      <dgm:spPr>
        <a:xfrm>
          <a:off x="0" y="2215168"/>
          <a:ext cx="3964033" cy="1590708"/>
        </a:xfrm>
        <a:noFill/>
        <a:ln>
          <a:noFill/>
        </a:ln>
        <a:effectLst/>
      </dgm:spPr>
      <dgm:t>
        <a:bodyPr/>
        <a:lstStyle/>
        <a:p>
          <a:pPr>
            <a:buChar char="•"/>
          </a:pP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A1CC5BD5-D152-41E0-9FA1-B9AAA39E65FF}" type="parTrans" cxnId="{7830F9BA-4AAF-4AE0-95CF-57057B31F50F}">
      <dgm:prSet/>
      <dgm:spPr/>
      <dgm:t>
        <a:bodyPr/>
        <a:lstStyle/>
        <a:p>
          <a:endParaRPr lang="es-CO"/>
        </a:p>
      </dgm:t>
    </dgm:pt>
    <dgm:pt modelId="{77480903-35E7-4D43-AF23-D2E4D4B26FEC}" type="sibTrans" cxnId="{7830F9BA-4AAF-4AE0-95CF-57057B31F50F}">
      <dgm:prSet/>
      <dgm:spPr/>
      <dgm:t>
        <a:bodyPr/>
        <a:lstStyle/>
        <a:p>
          <a:endParaRPr lang="es-CO"/>
        </a:p>
      </dgm:t>
    </dgm:pt>
    <dgm:pt modelId="{124E9322-76DA-4578-88A6-AA315802FDED}">
      <dgm:prSet phldrT="[Texto]" custT="1"/>
      <dgm:spPr>
        <a:xfrm>
          <a:off x="0" y="2215168"/>
          <a:ext cx="3964033" cy="1590708"/>
        </a:xfrm>
        <a:noFill/>
        <a:ln>
          <a:noFill/>
        </a:ln>
        <a:effectLst/>
      </dgm:spPr>
      <dgm:t>
        <a:bodyPr/>
        <a:lstStyle/>
        <a:p>
          <a:pPr>
            <a:buChar char="•"/>
          </a:pP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66FEB2DA-CDB9-40CD-A6B8-5C096D8FE7E8}" type="parTrans" cxnId="{ED2DB118-6724-4253-A066-174388D6D609}">
      <dgm:prSet/>
      <dgm:spPr/>
      <dgm:t>
        <a:bodyPr/>
        <a:lstStyle/>
        <a:p>
          <a:endParaRPr lang="es-CO"/>
        </a:p>
      </dgm:t>
    </dgm:pt>
    <dgm:pt modelId="{35F7520F-3573-46DD-81E2-E755B106FA66}" type="sibTrans" cxnId="{ED2DB118-6724-4253-A066-174388D6D609}">
      <dgm:prSet/>
      <dgm:spPr/>
      <dgm:t>
        <a:bodyPr/>
        <a:lstStyle/>
        <a:p>
          <a:endParaRPr lang="es-CO"/>
        </a:p>
      </dgm:t>
    </dgm:pt>
    <dgm:pt modelId="{826F185C-AFA4-4E8C-BFD2-E59F3C995022}">
      <dgm:prSet phldrT="[Texto]" custT="1"/>
      <dgm:spPr>
        <a:xfrm>
          <a:off x="0" y="2215168"/>
          <a:ext cx="3964033" cy="1590708"/>
        </a:xfrm>
        <a:noFill/>
        <a:ln>
          <a:noFill/>
        </a:ln>
        <a:effectLst/>
      </dgm:spPr>
      <dgm:t>
        <a:bodyPr/>
        <a:lstStyle/>
        <a:p>
          <a:pPr>
            <a:buChar char="•"/>
          </a:pP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1937DFD8-BF1D-4039-9EE6-C34FCFA46252}" type="parTrans" cxnId="{4164C7F2-4633-45C3-AF2E-3B79AD397125}">
      <dgm:prSet/>
      <dgm:spPr/>
      <dgm:t>
        <a:bodyPr/>
        <a:lstStyle/>
        <a:p>
          <a:endParaRPr lang="es-CO"/>
        </a:p>
      </dgm:t>
    </dgm:pt>
    <dgm:pt modelId="{9B317829-EE24-40D4-BD59-B2B4F6A4A23F}" type="sibTrans" cxnId="{4164C7F2-4633-45C3-AF2E-3B79AD397125}">
      <dgm:prSet/>
      <dgm:spPr/>
      <dgm:t>
        <a:bodyPr/>
        <a:lstStyle/>
        <a:p>
          <a:endParaRPr lang="es-CO"/>
        </a:p>
      </dgm:t>
    </dgm:pt>
    <dgm:pt modelId="{FBB1BC3F-F785-49B7-950C-BC6CBBA3D028}">
      <dgm:prSet phldrT="[Texto]" custT="1"/>
      <dgm:spPr>
        <a:xfrm>
          <a:off x="0" y="2215168"/>
          <a:ext cx="3964033" cy="1590708"/>
        </a:xfrm>
        <a:noFill/>
        <a:ln>
          <a:noFill/>
        </a:ln>
        <a:effectLst/>
      </dgm:spPr>
      <dgm:t>
        <a:bodyPr/>
        <a:lstStyle/>
        <a:p>
          <a:pPr>
            <a:buChar char="•"/>
          </a:pP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FF88336E-6788-4672-BF53-37C35AD165A5}" type="parTrans" cxnId="{3207FA26-5266-4819-8A1B-C6174D1ECFF3}">
      <dgm:prSet/>
      <dgm:spPr/>
      <dgm:t>
        <a:bodyPr/>
        <a:lstStyle/>
        <a:p>
          <a:endParaRPr lang="es-CO"/>
        </a:p>
      </dgm:t>
    </dgm:pt>
    <dgm:pt modelId="{D11C0DC6-6D34-44DE-B734-5EFD7F601E2A}" type="sibTrans" cxnId="{3207FA26-5266-4819-8A1B-C6174D1ECFF3}">
      <dgm:prSet/>
      <dgm:spPr/>
      <dgm:t>
        <a:bodyPr/>
        <a:lstStyle/>
        <a:p>
          <a:endParaRPr lang="es-CO"/>
        </a:p>
      </dgm:t>
    </dgm:pt>
    <dgm:pt modelId="{2CC819C3-0D4F-4B9B-BFA7-4FBC2F53CDC7}">
      <dgm:prSet phldrT="[Texto]" custT="1"/>
      <dgm:spPr>
        <a:xfrm>
          <a:off x="0" y="2215168"/>
          <a:ext cx="3964033" cy="1590708"/>
        </a:xfrm>
        <a:noFill/>
        <a:ln>
          <a:noFill/>
        </a:ln>
        <a:effectLst/>
      </dgm:spPr>
      <dgm:t>
        <a:bodyPr/>
        <a:lstStyle/>
        <a:p>
          <a:pPr>
            <a:buChar char="•"/>
          </a:pP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535AC357-D068-4EA0-9292-D55486E353CA}" type="parTrans" cxnId="{8AEB722B-92EE-4F2E-B544-A7797927C16F}">
      <dgm:prSet/>
      <dgm:spPr/>
      <dgm:t>
        <a:bodyPr/>
        <a:lstStyle/>
        <a:p>
          <a:endParaRPr lang="es-CO"/>
        </a:p>
      </dgm:t>
    </dgm:pt>
    <dgm:pt modelId="{DC115E93-36B2-4F68-9ACD-4A2F9853D860}" type="sibTrans" cxnId="{8AEB722B-92EE-4F2E-B544-A7797927C16F}">
      <dgm:prSet/>
      <dgm:spPr/>
      <dgm:t>
        <a:bodyPr/>
        <a:lstStyle/>
        <a:p>
          <a:endParaRPr lang="es-CO"/>
        </a:p>
      </dgm:t>
    </dgm:pt>
    <dgm:pt modelId="{5725CB92-B012-46D3-8693-F185A59CBF9D}">
      <dgm:prSet phldrT="[Texto]" custT="1"/>
      <dgm:spPr>
        <a:xfrm>
          <a:off x="0" y="2215168"/>
          <a:ext cx="3964033" cy="1590708"/>
        </a:xfrm>
        <a:noFill/>
        <a:ln>
          <a:noFill/>
        </a:ln>
        <a:effectLst/>
      </dgm:spPr>
      <dgm:t>
        <a:bodyPr/>
        <a:lstStyle/>
        <a:p>
          <a:pPr>
            <a:buChar char="•"/>
          </a:pP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EB74EF32-0DFD-4FD6-82C9-C9E063E1A3B5}" type="parTrans" cxnId="{E5E763BC-4C2E-427F-A2A7-D4DA6E712CCF}">
      <dgm:prSet/>
      <dgm:spPr/>
      <dgm:t>
        <a:bodyPr/>
        <a:lstStyle/>
        <a:p>
          <a:endParaRPr lang="es-CO"/>
        </a:p>
      </dgm:t>
    </dgm:pt>
    <dgm:pt modelId="{60EC1706-55D9-4FD3-A70A-84D9D14458BD}" type="sibTrans" cxnId="{E5E763BC-4C2E-427F-A2A7-D4DA6E712CCF}">
      <dgm:prSet/>
      <dgm:spPr/>
      <dgm:t>
        <a:bodyPr/>
        <a:lstStyle/>
        <a:p>
          <a:endParaRPr lang="es-CO"/>
        </a:p>
      </dgm:t>
    </dgm:pt>
    <dgm:pt modelId="{4DC0BA4E-EE49-4167-9654-39BBACAEF4BF}">
      <dgm:prSet phldrT="[Texto]" custT="1"/>
      <dgm:spPr>
        <a:xfrm>
          <a:off x="0" y="2215168"/>
          <a:ext cx="3964033" cy="1590708"/>
        </a:xfrm>
        <a:noFill/>
        <a:ln>
          <a:noFill/>
        </a:ln>
        <a:effectLst/>
      </dgm:spPr>
      <dgm:t>
        <a:bodyPr/>
        <a:lstStyle/>
        <a:p>
          <a:pPr>
            <a:buChar char="•"/>
          </a:pP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25A5B93C-B894-4691-9FC7-AEECCAF402E8}" type="parTrans" cxnId="{B978351C-2264-4A38-BAB5-929118F0DB8E}">
      <dgm:prSet/>
      <dgm:spPr/>
      <dgm:t>
        <a:bodyPr/>
        <a:lstStyle/>
        <a:p>
          <a:endParaRPr lang="es-CO"/>
        </a:p>
      </dgm:t>
    </dgm:pt>
    <dgm:pt modelId="{A435E512-052C-414C-BE21-9492C20D5B85}" type="sibTrans" cxnId="{B978351C-2264-4A38-BAB5-929118F0DB8E}">
      <dgm:prSet/>
      <dgm:spPr/>
      <dgm:t>
        <a:bodyPr/>
        <a:lstStyle/>
        <a:p>
          <a:endParaRPr lang="es-CO"/>
        </a:p>
      </dgm:t>
    </dgm:pt>
    <dgm:pt modelId="{7F76382E-7448-4A55-A258-551A388FB9DD}">
      <dgm:prSet phldrT="[Texto]" custT="1"/>
      <dgm:spPr>
        <a:xfrm>
          <a:off x="0" y="2215168"/>
          <a:ext cx="3964033" cy="1590708"/>
        </a:xfrm>
        <a:noFill/>
        <a:ln>
          <a:noFill/>
        </a:ln>
        <a:effectLst/>
      </dgm:spPr>
      <dgm:t>
        <a:bodyPr/>
        <a:lstStyle/>
        <a:p>
          <a:pPr>
            <a:buChar char="•"/>
          </a:pP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E19C3F90-0564-41AA-8A10-2155DE4E707B}" type="parTrans" cxnId="{968D8574-7F45-4C41-9F17-1D81C44B0380}">
      <dgm:prSet/>
      <dgm:spPr/>
      <dgm:t>
        <a:bodyPr/>
        <a:lstStyle/>
        <a:p>
          <a:endParaRPr lang="es-CO"/>
        </a:p>
      </dgm:t>
    </dgm:pt>
    <dgm:pt modelId="{9EA2D71C-1658-48CB-8DF0-E5A6B9F007EE}" type="sibTrans" cxnId="{968D8574-7F45-4C41-9F17-1D81C44B0380}">
      <dgm:prSet/>
      <dgm:spPr/>
      <dgm:t>
        <a:bodyPr/>
        <a:lstStyle/>
        <a:p>
          <a:endParaRPr lang="es-CO"/>
        </a:p>
      </dgm:t>
    </dgm:pt>
    <dgm:pt modelId="{0C954EAF-1011-4829-9C5D-F00EA008323E}">
      <dgm:prSet phldrT="[Texto]" custT="1"/>
      <dgm:spPr>
        <a:xfrm>
          <a:off x="0" y="2215168"/>
          <a:ext cx="3964033" cy="1590708"/>
        </a:xfrm>
        <a:noFill/>
        <a:ln>
          <a:noFill/>
        </a:ln>
        <a:effectLst/>
      </dgm:spPr>
      <dgm:t>
        <a:bodyPr/>
        <a:lstStyle/>
        <a:p>
          <a:pPr>
            <a:buChar char="•"/>
          </a:pP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6C80FFF4-DCA4-45C7-B061-B4DD29EEFED2}" type="parTrans" cxnId="{F626CE65-1046-43F3-818C-A0C8462CB5E4}">
      <dgm:prSet/>
      <dgm:spPr/>
      <dgm:t>
        <a:bodyPr/>
        <a:lstStyle/>
        <a:p>
          <a:endParaRPr lang="es-CO"/>
        </a:p>
      </dgm:t>
    </dgm:pt>
    <dgm:pt modelId="{E7C5C0CC-EBAC-4016-B63A-9C802CF864AD}" type="sibTrans" cxnId="{F626CE65-1046-43F3-818C-A0C8462CB5E4}">
      <dgm:prSet/>
      <dgm:spPr/>
      <dgm:t>
        <a:bodyPr/>
        <a:lstStyle/>
        <a:p>
          <a:endParaRPr lang="es-CO"/>
        </a:p>
      </dgm:t>
    </dgm:pt>
    <dgm:pt modelId="{2A4EFB64-1ED4-49E9-AB22-EAB028EF5F55}">
      <dgm:prSet phldrT="[Texto]" custT="1"/>
      <dgm:spPr>
        <a:xfrm>
          <a:off x="0" y="2215168"/>
          <a:ext cx="3964033" cy="1590708"/>
        </a:xfrm>
        <a:noFill/>
        <a:ln>
          <a:noFill/>
        </a:ln>
        <a:effectLst/>
      </dgm:spPr>
      <dgm:t>
        <a:bodyPr/>
        <a:lstStyle/>
        <a:p>
          <a:pPr>
            <a:buChar char="•"/>
          </a:pPr>
          <a:endParaRPr lang="es-CO" sz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DD5E0EB9-5085-48E6-B439-EBC8946989C8}" type="parTrans" cxnId="{10B573F0-7BE6-4BEE-BA87-78F5784D9CFE}">
      <dgm:prSet/>
      <dgm:spPr/>
      <dgm:t>
        <a:bodyPr/>
        <a:lstStyle/>
        <a:p>
          <a:endParaRPr lang="es-CO"/>
        </a:p>
      </dgm:t>
    </dgm:pt>
    <dgm:pt modelId="{F9D94E37-67A9-4C3D-AF7C-AF05753364CF}" type="sibTrans" cxnId="{10B573F0-7BE6-4BEE-BA87-78F5784D9CFE}">
      <dgm:prSet/>
      <dgm:spPr/>
      <dgm:t>
        <a:bodyPr/>
        <a:lstStyle/>
        <a:p>
          <a:endParaRPr lang="es-CO"/>
        </a:p>
      </dgm:t>
    </dgm:pt>
    <dgm:pt modelId="{FABC74BA-B368-464F-BBD5-630A6846F10B}">
      <dgm:prSet phldrT="[Texto]" custT="1"/>
      <dgm:spPr>
        <a:xfrm>
          <a:off x="0" y="832822"/>
          <a:ext cx="3964033" cy="1108851"/>
        </a:xfr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Char char="•"/>
          </a:pPr>
          <a:r>
            <a:rPr lang="es-CO" sz="13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Comparación enfoques de tratamiento:</a:t>
          </a:r>
        </a:p>
      </dgm:t>
    </dgm:pt>
    <dgm:pt modelId="{1C337D3C-1844-4154-8953-1CDC0E35CF20}" type="sibTrans" cxnId="{B6D3F2DA-FFA1-4D57-A50C-D6595FA2CEDB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C931D8D9-4C34-4456-B54E-3BA952C846A9}" type="parTrans" cxnId="{B6D3F2DA-FFA1-4D57-A50C-D6595FA2CEDB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C991DC1D-E7B2-48AA-A56C-880AAF4DE282}">
      <dgm:prSet phldrT="[Texto]" custT="1"/>
      <dgm:spPr>
        <a:xfrm>
          <a:off x="0" y="832822"/>
          <a:ext cx="3964033" cy="1108851"/>
        </a:xfr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s-CO" sz="1300" b="1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	</a:t>
          </a:r>
          <a:r>
            <a:rPr lang="es-CO" sz="1400" b="1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1</a:t>
          </a:r>
          <a:r>
            <a:rPr lang="es-CO" sz="1300" b="1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. Eliminación valores NA</a:t>
          </a:r>
        </a:p>
      </dgm:t>
    </dgm:pt>
    <dgm:pt modelId="{C019D615-CC94-4499-BC80-49E6BDFD09AD}" type="sibTrans" cxnId="{CBBBCF03-AA70-440A-B39B-6AE6816B535B}">
      <dgm:prSet/>
      <dgm:spPr/>
      <dgm:t>
        <a:bodyPr/>
        <a:lstStyle/>
        <a:p>
          <a:endParaRPr lang="es-CO"/>
        </a:p>
      </dgm:t>
    </dgm:pt>
    <dgm:pt modelId="{30B9EC5D-4F81-44B0-8AFF-98E5DBD3603B}" type="parTrans" cxnId="{CBBBCF03-AA70-440A-B39B-6AE6816B535B}">
      <dgm:prSet/>
      <dgm:spPr/>
      <dgm:t>
        <a:bodyPr/>
        <a:lstStyle/>
        <a:p>
          <a:endParaRPr lang="es-CO"/>
        </a:p>
      </dgm:t>
    </dgm:pt>
    <dgm:pt modelId="{0B136DCB-2E4C-43F6-AE46-E5D084180DAE}">
      <dgm:prSet phldrT="[Texto]" custT="1"/>
      <dgm:spPr>
        <a:xfrm>
          <a:off x="0" y="832822"/>
          <a:ext cx="3964033" cy="1108851"/>
        </a:xfr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s-CO" sz="1400" b="1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2</a:t>
          </a:r>
          <a:r>
            <a:rPr lang="es-CO" sz="1300" b="1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. Imputación valores NA con la mediana.</a:t>
          </a:r>
        </a:p>
      </dgm:t>
    </dgm:pt>
    <dgm:pt modelId="{EBE9CBD2-D04B-452E-81FB-201BAF4BFA48}" type="sibTrans" cxnId="{8465A374-CDCC-4A1B-8556-94A0556D2B53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44F82420-C355-41AB-8437-37FA3A2D091C}" type="parTrans" cxnId="{8465A374-CDCC-4A1B-8556-94A0556D2B53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E00D3313-ED95-4C36-B969-BDA25E37A7F5}">
      <dgm:prSet phldrT="[Texto]" custT="1"/>
      <dgm:spPr>
        <a:xfrm>
          <a:off x="0" y="832822"/>
          <a:ext cx="3964033" cy="1108851"/>
        </a:xfr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s-CO" sz="1400" b="1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3</a:t>
          </a:r>
          <a:r>
            <a:rPr lang="es-CO" sz="1300" b="1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. Imputación con la mediana + Eliminación outliers según análisis.</a:t>
          </a:r>
        </a:p>
      </dgm:t>
    </dgm:pt>
    <dgm:pt modelId="{47179696-FA6B-4A64-B007-E53258B2B1EB}" type="sibTrans" cxnId="{173AC1FC-FDD7-4230-BA33-6FC87A11A56C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4506C429-A46C-436E-B5D3-26F2866C9B0D}" type="parTrans" cxnId="{173AC1FC-FDD7-4230-BA33-6FC87A11A56C}">
      <dgm:prSet/>
      <dgm:spPr/>
      <dgm:t>
        <a:bodyPr/>
        <a:lstStyle/>
        <a:p>
          <a:endParaRPr lang="es-CO" sz="180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143AFBA8-74C8-4F23-8FBE-C4101429DE25}" type="pres">
      <dgm:prSet presAssocID="{4A1C0E44-486F-4CCA-979D-036AA4D4337D}" presName="linear" presStyleCnt="0">
        <dgm:presLayoutVars>
          <dgm:animLvl val="lvl"/>
          <dgm:resizeHandles val="exact"/>
        </dgm:presLayoutVars>
      </dgm:prSet>
      <dgm:spPr/>
    </dgm:pt>
    <dgm:pt modelId="{CB3AF7FF-6626-4D40-BF05-9E9D0A97AD88}" type="pres">
      <dgm:prSet presAssocID="{07B7FCC5-A3AC-48D9-AC82-25851FD760B2}" presName="parentText" presStyleLbl="node1" presStyleIdx="0" presStyleCnt="3" custScaleY="86098">
        <dgm:presLayoutVars>
          <dgm:chMax val="0"/>
          <dgm:bulletEnabled val="1"/>
        </dgm:presLayoutVars>
      </dgm:prSet>
      <dgm:spPr/>
    </dgm:pt>
    <dgm:pt modelId="{550D0EF8-D4C3-4A9C-99B3-0EBC4F4A2BEC}" type="pres">
      <dgm:prSet presAssocID="{07B7FCC5-A3AC-48D9-AC82-25851FD760B2}" presName="childText" presStyleLbl="revTx" presStyleIdx="0" presStyleCnt="3" custScaleY="142184">
        <dgm:presLayoutVars>
          <dgm:bulletEnabled val="1"/>
        </dgm:presLayoutVars>
      </dgm:prSet>
      <dgm:spPr>
        <a:prstGeom prst="rect">
          <a:avLst/>
        </a:prstGeom>
      </dgm:spPr>
    </dgm:pt>
    <dgm:pt modelId="{AE72F207-E284-4DD8-9579-1BD18799F43F}" type="pres">
      <dgm:prSet presAssocID="{DAD86E0C-841C-4CF3-93D7-A9188DE154D8}" presName="parentText" presStyleLbl="node1" presStyleIdx="1" presStyleCnt="3" custScaleY="86098">
        <dgm:presLayoutVars>
          <dgm:chMax val="0"/>
          <dgm:bulletEnabled val="1"/>
        </dgm:presLayoutVars>
      </dgm:prSet>
      <dgm:spPr/>
    </dgm:pt>
    <dgm:pt modelId="{DEADDA01-DEF3-4AA2-83E2-55323D6BD2F1}" type="pres">
      <dgm:prSet presAssocID="{DAD86E0C-841C-4CF3-93D7-A9188DE154D8}" presName="childText" presStyleLbl="revTx" presStyleIdx="1" presStyleCnt="3" custScaleY="140787">
        <dgm:presLayoutVars>
          <dgm:bulletEnabled val="1"/>
        </dgm:presLayoutVars>
      </dgm:prSet>
      <dgm:spPr>
        <a:prstGeom prst="rect">
          <a:avLst/>
        </a:prstGeom>
      </dgm:spPr>
    </dgm:pt>
    <dgm:pt modelId="{22338A8D-3A8F-43F2-B0C2-1F1C7DEDA585}" type="pres">
      <dgm:prSet presAssocID="{01BB869A-1908-4A93-982B-F56D5505F12F}" presName="parentText" presStyleLbl="node1" presStyleIdx="2" presStyleCnt="3" custScaleY="86098">
        <dgm:presLayoutVars>
          <dgm:chMax val="0"/>
          <dgm:bulletEnabled val="1"/>
        </dgm:presLayoutVars>
      </dgm:prSet>
      <dgm:spPr/>
    </dgm:pt>
    <dgm:pt modelId="{4ABFBD25-CDDC-4B7A-B92F-A57D330F6454}" type="pres">
      <dgm:prSet presAssocID="{01BB869A-1908-4A93-982B-F56D5505F12F}" presName="childText" presStyleLbl="revTx" presStyleIdx="2" presStyleCnt="3" custScaleY="144262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EBCFF600-E53F-47F6-91A2-50439EBA178E}" type="presOf" srcId="{FDC2CB0E-FB4D-4D20-8F04-42DFD92312C1}" destId="{DEADDA01-DEF3-4AA2-83E2-55323D6BD2F1}" srcOrd="0" destOrd="5" presId="urn:microsoft.com/office/officeart/2005/8/layout/vList2"/>
    <dgm:cxn modelId="{CBBBCF03-AA70-440A-B39B-6AE6816B535B}" srcId="{FABC74BA-B368-464F-BBD5-630A6846F10B}" destId="{C991DC1D-E7B2-48AA-A56C-880AAF4DE282}" srcOrd="0" destOrd="0" parTransId="{30B9EC5D-4F81-44B0-8AFF-98E5DBD3603B}" sibTransId="{C019D615-CC94-4499-BC80-49E6BDFD09AD}"/>
    <dgm:cxn modelId="{EC23C810-E207-49B7-A8E1-D8DDEEE034DB}" type="presOf" srcId="{B7B78980-6215-4F63-8043-5B7B8FD5950E}" destId="{DEADDA01-DEF3-4AA2-83E2-55323D6BD2F1}" srcOrd="0" destOrd="0" presId="urn:microsoft.com/office/officeart/2005/8/layout/vList2"/>
    <dgm:cxn modelId="{ED2DB118-6724-4253-A066-174388D6D609}" srcId="{01BB869A-1908-4A93-982B-F56D5505F12F}" destId="{124E9322-76DA-4578-88A6-AA315802FDED}" srcOrd="1" destOrd="0" parTransId="{66FEB2DA-CDB9-40CD-A6B8-5C096D8FE7E8}" sibTransId="{35F7520F-3573-46DD-81E2-E755B106FA66}"/>
    <dgm:cxn modelId="{B978351C-2264-4A38-BAB5-929118F0DB8E}" srcId="{01BB869A-1908-4A93-982B-F56D5505F12F}" destId="{4DC0BA4E-EE49-4167-9654-39BBACAEF4BF}" srcOrd="6" destOrd="0" parTransId="{25A5B93C-B894-4691-9FC7-AEECCAF402E8}" sibTransId="{A435E512-052C-414C-BE21-9492C20D5B85}"/>
    <dgm:cxn modelId="{3207FA26-5266-4819-8A1B-C6174D1ECFF3}" srcId="{01BB869A-1908-4A93-982B-F56D5505F12F}" destId="{FBB1BC3F-F785-49B7-950C-BC6CBBA3D028}" srcOrd="3" destOrd="0" parTransId="{FF88336E-6788-4672-BF53-37C35AD165A5}" sibTransId="{D11C0DC6-6D34-44DE-B734-5EFD7F601E2A}"/>
    <dgm:cxn modelId="{8AEB722B-92EE-4F2E-B544-A7797927C16F}" srcId="{01BB869A-1908-4A93-982B-F56D5505F12F}" destId="{2CC819C3-0D4F-4B9B-BFA7-4FBC2F53CDC7}" srcOrd="4" destOrd="0" parTransId="{535AC357-D068-4EA0-9292-D55486E353CA}" sibTransId="{DC115E93-36B2-4F68-9ACD-4A2F9853D860}"/>
    <dgm:cxn modelId="{229EC832-1163-4406-83F1-3835E23F56F9}" type="presOf" srcId="{FABC74BA-B368-464F-BBD5-630A6846F10B}" destId="{DEADDA01-DEF3-4AA2-83E2-55323D6BD2F1}" srcOrd="0" destOrd="1" presId="urn:microsoft.com/office/officeart/2005/8/layout/vList2"/>
    <dgm:cxn modelId="{F9C37439-52C7-49B4-A99C-179A3BC5563D}" type="presOf" srcId="{DE0F97E3-4CAC-451D-93DB-3CA30DD5A400}" destId="{550D0EF8-D4C3-4A9C-99B3-0EBC4F4A2BEC}" srcOrd="0" destOrd="1" presId="urn:microsoft.com/office/officeart/2005/8/layout/vList2"/>
    <dgm:cxn modelId="{F626CE65-1046-43F3-818C-A0C8462CB5E4}" srcId="{01BB869A-1908-4A93-982B-F56D5505F12F}" destId="{0C954EAF-1011-4829-9C5D-F00EA008323E}" srcOrd="8" destOrd="0" parTransId="{6C80FFF4-DCA4-45C7-B061-B4DD29EEFED2}" sibTransId="{E7C5C0CC-EBAC-4016-B63A-9C802CF864AD}"/>
    <dgm:cxn modelId="{26CA026D-90AC-40A4-95E6-5950D2567B4D}" type="presOf" srcId="{01BB869A-1908-4A93-982B-F56D5505F12F}" destId="{22338A8D-3A8F-43F2-B0C2-1F1C7DEDA585}" srcOrd="0" destOrd="0" presId="urn:microsoft.com/office/officeart/2005/8/layout/vList2"/>
    <dgm:cxn modelId="{A342916F-31D0-4A81-8C96-7E04F92D4BF2}" type="presOf" srcId="{32FAB2D2-AFBD-4480-B4B5-7E69F2B9A6B3}" destId="{550D0EF8-D4C3-4A9C-99B3-0EBC4F4A2BEC}" srcOrd="0" destOrd="2" presId="urn:microsoft.com/office/officeart/2005/8/layout/vList2"/>
    <dgm:cxn modelId="{06D2DE4F-C792-4289-92B6-1449164A597A}" type="presOf" srcId="{C991DC1D-E7B2-48AA-A56C-880AAF4DE282}" destId="{DEADDA01-DEF3-4AA2-83E2-55323D6BD2F1}" srcOrd="0" destOrd="2" presId="urn:microsoft.com/office/officeart/2005/8/layout/vList2"/>
    <dgm:cxn modelId="{6E96E370-F361-4364-9820-2C3B746BDA13}" type="presOf" srcId="{2A4EFB64-1ED4-49E9-AB22-EAB028EF5F55}" destId="{4ABFBD25-CDDC-4B7A-B92F-A57D330F6454}" srcOrd="0" destOrd="9" presId="urn:microsoft.com/office/officeart/2005/8/layout/vList2"/>
    <dgm:cxn modelId="{690D5072-C78A-490C-9C4A-09D4DF726D90}" srcId="{07B7FCC5-A3AC-48D9-AC82-25851FD760B2}" destId="{61813BC7-63CA-409E-BF38-BE98EE09B724}" srcOrd="0" destOrd="0" parTransId="{7C220541-FCA3-451F-9168-5BAB1C173E84}" sibTransId="{71818D1E-0ECC-42D2-B40B-7038873074FB}"/>
    <dgm:cxn modelId="{C94D4953-A523-4228-8729-A79783A82C01}" srcId="{DAD86E0C-841C-4CF3-93D7-A9188DE154D8}" destId="{FDC2CB0E-FB4D-4D20-8F04-42DFD92312C1}" srcOrd="2" destOrd="0" parTransId="{C2B1481C-D071-4A39-A7D3-86B08FB40B44}" sibTransId="{1F3913EE-B27E-4727-9BF2-4E4F6A0BB582}"/>
    <dgm:cxn modelId="{71058574-32EC-428C-958D-5FD813EAD9DA}" srcId="{DAD86E0C-841C-4CF3-93D7-A9188DE154D8}" destId="{B7B78980-6215-4F63-8043-5B7B8FD5950E}" srcOrd="0" destOrd="0" parTransId="{A58E4074-F167-4DB0-A168-02CB1901EA5B}" sibTransId="{9E9C3C88-68B0-4C3E-9FEF-637825E4DC37}"/>
    <dgm:cxn modelId="{968D8574-7F45-4C41-9F17-1D81C44B0380}" srcId="{01BB869A-1908-4A93-982B-F56D5505F12F}" destId="{7F76382E-7448-4A55-A258-551A388FB9DD}" srcOrd="7" destOrd="0" parTransId="{E19C3F90-0564-41AA-8A10-2155DE4E707B}" sibTransId="{9EA2D71C-1658-48CB-8DF0-E5A6B9F007EE}"/>
    <dgm:cxn modelId="{8465A374-CDCC-4A1B-8556-94A0556D2B53}" srcId="{C991DC1D-E7B2-48AA-A56C-880AAF4DE282}" destId="{0B136DCB-2E4C-43F6-AE46-E5D084180DAE}" srcOrd="0" destOrd="0" parTransId="{44F82420-C355-41AB-8437-37FA3A2D091C}" sibTransId="{EBE9CBD2-D04B-452E-81FB-201BAF4BFA48}"/>
    <dgm:cxn modelId="{FA09987B-89CD-48C3-8E2E-A6F8741B688C}" type="presOf" srcId="{7F76382E-7448-4A55-A258-551A388FB9DD}" destId="{4ABFBD25-CDDC-4B7A-B92F-A57D330F6454}" srcOrd="0" destOrd="7" presId="urn:microsoft.com/office/officeart/2005/8/layout/vList2"/>
    <dgm:cxn modelId="{2CEC7F82-C18D-497B-81EB-6E9E23C4F178}" srcId="{4A1C0E44-486F-4CCA-979D-036AA4D4337D}" destId="{07B7FCC5-A3AC-48D9-AC82-25851FD760B2}" srcOrd="0" destOrd="0" parTransId="{E50A3B50-76E6-43C5-B8BC-AC338DECD483}" sibTransId="{9AABC39A-C21A-476F-A1FA-772C7145BD68}"/>
    <dgm:cxn modelId="{CB04D98F-FF39-4984-87D2-131A21A2A158}" srcId="{07B7FCC5-A3AC-48D9-AC82-25851FD760B2}" destId="{DE0F97E3-4CAC-451D-93DB-3CA30DD5A400}" srcOrd="1" destOrd="0" parTransId="{99E87008-7FB4-4382-961D-3B598278C9F1}" sibTransId="{0A13F66B-6B4A-4BF5-B062-5ADF74EEACCD}"/>
    <dgm:cxn modelId="{C6650390-F6D0-405E-AA0D-C177398904CB}" srcId="{4A1C0E44-486F-4CCA-979D-036AA4D4337D}" destId="{01BB869A-1908-4A93-982B-F56D5505F12F}" srcOrd="2" destOrd="0" parTransId="{5F5EDF19-9398-4ED6-9E91-D7A48DEBECA9}" sibTransId="{38F27FF4-6809-4E2D-A5E8-3533BB29D794}"/>
    <dgm:cxn modelId="{1DBEE598-4DCE-41B8-8136-EE30E17EDCFB}" type="presOf" srcId="{4A1C0E44-486F-4CCA-979D-036AA4D4337D}" destId="{143AFBA8-74C8-4F23-8FBE-C4101429DE25}" srcOrd="0" destOrd="0" presId="urn:microsoft.com/office/officeart/2005/8/layout/vList2"/>
    <dgm:cxn modelId="{974124B8-6061-4F15-8A3D-E2CC7536954C}" type="presOf" srcId="{07B7FCC5-A3AC-48D9-AC82-25851FD760B2}" destId="{CB3AF7FF-6626-4D40-BF05-9E9D0A97AD88}" srcOrd="0" destOrd="0" presId="urn:microsoft.com/office/officeart/2005/8/layout/vList2"/>
    <dgm:cxn modelId="{9A0C0EBA-679E-421E-A208-B16726B279F7}" type="presOf" srcId="{7338160C-5138-4436-9FAE-3E74BCBA7D6B}" destId="{4ABFBD25-CDDC-4B7A-B92F-A57D330F6454}" srcOrd="0" destOrd="0" presId="urn:microsoft.com/office/officeart/2005/8/layout/vList2"/>
    <dgm:cxn modelId="{7830F9BA-4AAF-4AE0-95CF-57057B31F50F}" srcId="{01BB869A-1908-4A93-982B-F56D5505F12F}" destId="{7338160C-5138-4436-9FAE-3E74BCBA7D6B}" srcOrd="0" destOrd="0" parTransId="{A1CC5BD5-D152-41E0-9FA1-B9AAA39E65FF}" sibTransId="{77480903-35E7-4D43-AF23-D2E4D4B26FEC}"/>
    <dgm:cxn modelId="{8EA80DBB-414E-4CEB-8EE2-98D5707F2034}" type="presOf" srcId="{0B136DCB-2E4C-43F6-AE46-E5D084180DAE}" destId="{DEADDA01-DEF3-4AA2-83E2-55323D6BD2F1}" srcOrd="0" destOrd="3" presId="urn:microsoft.com/office/officeart/2005/8/layout/vList2"/>
    <dgm:cxn modelId="{E5E763BC-4C2E-427F-A2A7-D4DA6E712CCF}" srcId="{01BB869A-1908-4A93-982B-F56D5505F12F}" destId="{5725CB92-B012-46D3-8693-F185A59CBF9D}" srcOrd="5" destOrd="0" parTransId="{EB74EF32-0DFD-4FD6-82C9-C9E063E1A3B5}" sibTransId="{60EC1706-55D9-4FD3-A70A-84D9D14458BD}"/>
    <dgm:cxn modelId="{78351CC1-8F78-41BC-BC45-4166B737A94E}" type="presOf" srcId="{0C954EAF-1011-4829-9C5D-F00EA008323E}" destId="{4ABFBD25-CDDC-4B7A-B92F-A57D330F6454}" srcOrd="0" destOrd="8" presId="urn:microsoft.com/office/officeart/2005/8/layout/vList2"/>
    <dgm:cxn modelId="{9786AECA-1AF3-4C12-99EF-1A10FF943CC0}" srcId="{07B7FCC5-A3AC-48D9-AC82-25851FD760B2}" destId="{32FAB2D2-AFBD-4480-B4B5-7E69F2B9A6B3}" srcOrd="2" destOrd="0" parTransId="{922F56C1-801F-46E8-9F54-58DAC29710C0}" sibTransId="{2F58978F-CE04-46D6-B66C-CA2850443D32}"/>
    <dgm:cxn modelId="{72CC4ECE-E668-44EA-9760-C186CF4FE3A1}" type="presOf" srcId="{61813BC7-63CA-409E-BF38-BE98EE09B724}" destId="{550D0EF8-D4C3-4A9C-99B3-0EBC4F4A2BEC}" srcOrd="0" destOrd="0" presId="urn:microsoft.com/office/officeart/2005/8/layout/vList2"/>
    <dgm:cxn modelId="{FBE8FBCF-0402-4B8D-B054-E080F165B974}" type="presOf" srcId="{124E9322-76DA-4578-88A6-AA315802FDED}" destId="{4ABFBD25-CDDC-4B7A-B92F-A57D330F6454}" srcOrd="0" destOrd="1" presId="urn:microsoft.com/office/officeart/2005/8/layout/vList2"/>
    <dgm:cxn modelId="{29E4D0D1-5BFB-495D-A59B-FC294AC51406}" type="presOf" srcId="{E00D3313-ED95-4C36-B969-BDA25E37A7F5}" destId="{DEADDA01-DEF3-4AA2-83E2-55323D6BD2F1}" srcOrd="0" destOrd="4" presId="urn:microsoft.com/office/officeart/2005/8/layout/vList2"/>
    <dgm:cxn modelId="{B1EF0CD4-5557-4FF4-A400-1B560FAB8B4B}" type="presOf" srcId="{DAD86E0C-841C-4CF3-93D7-A9188DE154D8}" destId="{AE72F207-E284-4DD8-9579-1BD18799F43F}" srcOrd="0" destOrd="0" presId="urn:microsoft.com/office/officeart/2005/8/layout/vList2"/>
    <dgm:cxn modelId="{D5C9CCD8-13CB-47B4-907B-695AB2047672}" srcId="{4A1C0E44-486F-4CCA-979D-036AA4D4337D}" destId="{DAD86E0C-841C-4CF3-93D7-A9188DE154D8}" srcOrd="1" destOrd="0" parTransId="{6C8A3A53-3F2C-4ECC-844F-FC31E87AE856}" sibTransId="{DB163766-16C2-4CE5-95DD-7B7F66CFCC2F}"/>
    <dgm:cxn modelId="{A5BE6FDA-9D7F-4AD6-AF7E-69C299247D47}" type="presOf" srcId="{5725CB92-B012-46D3-8693-F185A59CBF9D}" destId="{4ABFBD25-CDDC-4B7A-B92F-A57D330F6454}" srcOrd="0" destOrd="5" presId="urn:microsoft.com/office/officeart/2005/8/layout/vList2"/>
    <dgm:cxn modelId="{B6D3F2DA-FFA1-4D57-A50C-D6595FA2CEDB}" srcId="{DAD86E0C-841C-4CF3-93D7-A9188DE154D8}" destId="{FABC74BA-B368-464F-BBD5-630A6846F10B}" srcOrd="1" destOrd="0" parTransId="{C931D8D9-4C34-4456-B54E-3BA952C846A9}" sibTransId="{1C337D3C-1844-4154-8953-1CDC0E35CF20}"/>
    <dgm:cxn modelId="{EAD322DB-27AA-4421-AC22-1626108002C6}" type="presOf" srcId="{FBB1BC3F-F785-49B7-950C-BC6CBBA3D028}" destId="{4ABFBD25-CDDC-4B7A-B92F-A57D330F6454}" srcOrd="0" destOrd="3" presId="urn:microsoft.com/office/officeart/2005/8/layout/vList2"/>
    <dgm:cxn modelId="{90CEEEEC-1BF7-4CBB-B7B2-37806D7E4FD0}" type="presOf" srcId="{2CC819C3-0D4F-4B9B-BFA7-4FBC2F53CDC7}" destId="{4ABFBD25-CDDC-4B7A-B92F-A57D330F6454}" srcOrd="0" destOrd="4" presId="urn:microsoft.com/office/officeart/2005/8/layout/vList2"/>
    <dgm:cxn modelId="{10B573F0-7BE6-4BEE-BA87-78F5784D9CFE}" srcId="{01BB869A-1908-4A93-982B-F56D5505F12F}" destId="{2A4EFB64-1ED4-49E9-AB22-EAB028EF5F55}" srcOrd="9" destOrd="0" parTransId="{DD5E0EB9-5085-48E6-B439-EBC8946989C8}" sibTransId="{F9D94E37-67A9-4C3D-AF7C-AF05753364CF}"/>
    <dgm:cxn modelId="{2111C9F0-2169-4C1A-80AF-0F772CA0FB79}" type="presOf" srcId="{826F185C-AFA4-4E8C-BFD2-E59F3C995022}" destId="{4ABFBD25-CDDC-4B7A-B92F-A57D330F6454}" srcOrd="0" destOrd="2" presId="urn:microsoft.com/office/officeart/2005/8/layout/vList2"/>
    <dgm:cxn modelId="{4164C7F2-4633-45C3-AF2E-3B79AD397125}" srcId="{01BB869A-1908-4A93-982B-F56D5505F12F}" destId="{826F185C-AFA4-4E8C-BFD2-E59F3C995022}" srcOrd="2" destOrd="0" parTransId="{1937DFD8-BF1D-4039-9EE6-C34FCFA46252}" sibTransId="{9B317829-EE24-40D4-BD59-B2B4F6A4A23F}"/>
    <dgm:cxn modelId="{4B2740F4-6348-4E43-9A75-3C0C90B8DEB1}" type="presOf" srcId="{4DC0BA4E-EE49-4167-9654-39BBACAEF4BF}" destId="{4ABFBD25-CDDC-4B7A-B92F-A57D330F6454}" srcOrd="0" destOrd="6" presId="urn:microsoft.com/office/officeart/2005/8/layout/vList2"/>
    <dgm:cxn modelId="{173AC1FC-FDD7-4230-BA33-6FC87A11A56C}" srcId="{C991DC1D-E7B2-48AA-A56C-880AAF4DE282}" destId="{E00D3313-ED95-4C36-B969-BDA25E37A7F5}" srcOrd="1" destOrd="0" parTransId="{4506C429-A46C-436E-B5D3-26F2866C9B0D}" sibTransId="{47179696-FA6B-4A64-B007-E53258B2B1EB}"/>
    <dgm:cxn modelId="{42346382-B077-42A4-885F-407CFAFC15BD}" type="presParOf" srcId="{143AFBA8-74C8-4F23-8FBE-C4101429DE25}" destId="{CB3AF7FF-6626-4D40-BF05-9E9D0A97AD88}" srcOrd="0" destOrd="0" presId="urn:microsoft.com/office/officeart/2005/8/layout/vList2"/>
    <dgm:cxn modelId="{4EED0944-3259-4DCC-BDB3-36902C239A02}" type="presParOf" srcId="{143AFBA8-74C8-4F23-8FBE-C4101429DE25}" destId="{550D0EF8-D4C3-4A9C-99B3-0EBC4F4A2BEC}" srcOrd="1" destOrd="0" presId="urn:microsoft.com/office/officeart/2005/8/layout/vList2"/>
    <dgm:cxn modelId="{3D9F802E-B008-4912-BD22-4768AB32B6A5}" type="presParOf" srcId="{143AFBA8-74C8-4F23-8FBE-C4101429DE25}" destId="{AE72F207-E284-4DD8-9579-1BD18799F43F}" srcOrd="2" destOrd="0" presId="urn:microsoft.com/office/officeart/2005/8/layout/vList2"/>
    <dgm:cxn modelId="{FB73CB2C-0110-4F0B-A408-E9C2F4A65C2E}" type="presParOf" srcId="{143AFBA8-74C8-4F23-8FBE-C4101429DE25}" destId="{DEADDA01-DEF3-4AA2-83E2-55323D6BD2F1}" srcOrd="3" destOrd="0" presId="urn:microsoft.com/office/officeart/2005/8/layout/vList2"/>
    <dgm:cxn modelId="{F3F697BC-4EB1-45F2-AB1B-4B0F0FBFF382}" type="presParOf" srcId="{143AFBA8-74C8-4F23-8FBE-C4101429DE25}" destId="{22338A8D-3A8F-43F2-B0C2-1F1C7DEDA585}" srcOrd="4" destOrd="0" presId="urn:microsoft.com/office/officeart/2005/8/layout/vList2"/>
    <dgm:cxn modelId="{C72A3BF0-DEF1-46DB-A7CD-F11C812F42C2}" type="presParOf" srcId="{143AFBA8-74C8-4F23-8FBE-C4101429DE25}" destId="{4ABFBD25-CDDC-4B7A-B92F-A57D330F645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AF7FF-6626-4D40-BF05-9E9D0A97AD88}">
      <dsp:nvSpPr>
        <dsp:cNvPr id="0" name=""/>
        <dsp:cNvSpPr/>
      </dsp:nvSpPr>
      <dsp:spPr>
        <a:xfrm>
          <a:off x="0" y="2167"/>
          <a:ext cx="4714241" cy="300838"/>
        </a:xfrm>
        <a:prstGeom prst="roundRect">
          <a:avLst/>
        </a:prstGeo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solidFill>
                <a:sysClr val="window" lastClr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Tratamiento de Anomalías</a:t>
          </a:r>
          <a:endParaRPr lang="es-CO" sz="1600" kern="1200" dirty="0">
            <a:solidFill>
              <a:sysClr val="window" lastClr="FFFFFF"/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14686" y="16853"/>
        <a:ext cx="4684869" cy="271466"/>
      </dsp:txXfrm>
    </dsp:sp>
    <dsp:sp modelId="{550D0EF8-D4C3-4A9C-99B3-0EBC4F4A2BEC}">
      <dsp:nvSpPr>
        <dsp:cNvPr id="0" name=""/>
        <dsp:cNvSpPr/>
      </dsp:nvSpPr>
      <dsp:spPr>
        <a:xfrm>
          <a:off x="0" y="303006"/>
          <a:ext cx="4714241" cy="651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677" tIns="16510" rIns="92456" bIns="16510" numCol="1" spcCol="1270" anchor="t" anchorCtr="0">
          <a:noAutofit/>
        </a:bodyPr>
        <a:lstStyle/>
        <a:p>
          <a:pPr marL="114300" lvl="1" indent="-114300" algn="l" defTabSz="577850">
            <a:lnSpc>
              <a:spcPct val="10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CO" sz="1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Cantidad considerable de valores nulos y outliers.</a:t>
          </a: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778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3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Rango Intercuartílico (IQR).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0" y="303006"/>
        <a:ext cx="4714241" cy="651571"/>
      </dsp:txXfrm>
    </dsp:sp>
    <dsp:sp modelId="{AE72F207-E284-4DD8-9579-1BD18799F43F}">
      <dsp:nvSpPr>
        <dsp:cNvPr id="0" name=""/>
        <dsp:cNvSpPr/>
      </dsp:nvSpPr>
      <dsp:spPr>
        <a:xfrm>
          <a:off x="0" y="954578"/>
          <a:ext cx="4714241" cy="300838"/>
        </a:xfrm>
        <a:prstGeom prst="roundRect">
          <a:avLst/>
        </a:prstGeo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solidFill>
                <a:sysClr val="window" lastClr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Enfoque Comparativo:</a:t>
          </a:r>
          <a:endParaRPr lang="es-CO" sz="1600" kern="1200" dirty="0">
            <a:solidFill>
              <a:sysClr val="window" lastClr="FFFFFF"/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14686" y="969264"/>
        <a:ext cx="4684869" cy="271466"/>
      </dsp:txXfrm>
    </dsp:sp>
    <dsp:sp modelId="{DEADDA01-DEF3-4AA2-83E2-55323D6BD2F1}">
      <dsp:nvSpPr>
        <dsp:cNvPr id="0" name=""/>
        <dsp:cNvSpPr/>
      </dsp:nvSpPr>
      <dsp:spPr>
        <a:xfrm>
          <a:off x="0" y="1255417"/>
          <a:ext cx="4714241" cy="1564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677" tIns="16510" rIns="92456" bIns="16510" numCol="1" spcCol="1270" anchor="t" anchorCtr="0">
          <a:noAutofit/>
        </a:bodyPr>
        <a:lstStyle/>
        <a:p>
          <a:pPr marL="114300" lvl="1" indent="-114300" algn="l" defTabSz="577850">
            <a:lnSpc>
              <a:spcPct val="10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ES" sz="13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AUC (Área Bajo la Curva ROC).</a:t>
          </a: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778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3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Comparación enfoques de tratamiento:</a:t>
          </a:r>
        </a:p>
        <a:p>
          <a:pPr marL="228600" lvl="2" indent="-114300" algn="l" defTabSz="577850">
            <a:lnSpc>
              <a:spcPct val="10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CO" sz="1300" b="1" kern="12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	</a:t>
          </a:r>
          <a:r>
            <a:rPr lang="es-CO" sz="1400" b="1" kern="12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1</a:t>
          </a:r>
          <a:r>
            <a:rPr lang="es-CO" sz="1300" b="1" kern="12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. Eliminación valores NA</a:t>
          </a:r>
        </a:p>
        <a:p>
          <a:pPr marL="342900" lvl="3" indent="-114300" algn="l" defTabSz="622300">
            <a:lnSpc>
              <a:spcPct val="10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CO" sz="1400" b="1" kern="12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2</a:t>
          </a:r>
          <a:r>
            <a:rPr lang="es-CO" sz="1300" b="1" kern="12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. Imputación valores NA con la mediana.</a:t>
          </a:r>
        </a:p>
        <a:p>
          <a:pPr marL="342900" lvl="3" indent="-114300" algn="l" defTabSz="622300">
            <a:lnSpc>
              <a:spcPct val="10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CO" sz="1400" b="1" kern="12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3</a:t>
          </a:r>
          <a:r>
            <a:rPr lang="es-CO" sz="1300" b="1" kern="12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. Imputación con la mediana + Eliminación outliers según análisis.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0" y="1255417"/>
        <a:ext cx="4714241" cy="1564047"/>
      </dsp:txXfrm>
    </dsp:sp>
    <dsp:sp modelId="{22338A8D-3A8F-43F2-B0C2-1F1C7DEDA585}">
      <dsp:nvSpPr>
        <dsp:cNvPr id="0" name=""/>
        <dsp:cNvSpPr/>
      </dsp:nvSpPr>
      <dsp:spPr>
        <a:xfrm>
          <a:off x="0" y="2819464"/>
          <a:ext cx="4714241" cy="300838"/>
        </a:xfrm>
        <a:prstGeom prst="roundRect">
          <a:avLst/>
        </a:prstGeo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solidFill>
                <a:sysClr val="window" lastClr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Impacto del Preprocesamiento en Modelos </a:t>
          </a:r>
        </a:p>
      </dsp:txBody>
      <dsp:txXfrm>
        <a:off x="14686" y="2834150"/>
        <a:ext cx="4684869" cy="271466"/>
      </dsp:txXfrm>
    </dsp:sp>
    <dsp:sp modelId="{4ABFBD25-CDDC-4B7A-B92F-A57D330F6454}">
      <dsp:nvSpPr>
        <dsp:cNvPr id="0" name=""/>
        <dsp:cNvSpPr/>
      </dsp:nvSpPr>
      <dsp:spPr>
        <a:xfrm>
          <a:off x="0" y="3120303"/>
          <a:ext cx="4714241" cy="1963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677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CO" sz="1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0" y="3120303"/>
        <a:ext cx="4714241" cy="1963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555DE61D-30EF-4C9B-8D44-E691F32398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68B3DF-723E-432F-969B-97B388C9E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C114E11-6517-407F-9F50-C933372323B7}" type="datetime1">
              <a:rPr lang="es-ES" smtClean="0"/>
              <a:t>16/06/2025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0D9C936-9EF8-46A3-B2D4-DE8362A54E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E9F7898E-02B9-4C24-8F47-60A833CD36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723B91B-56FA-44FF-A036-17B4166BAD1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72503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52D40D5-EE02-4382-BCAA-A6775A6E0F1C}" type="datetime1">
              <a:rPr lang="es-ES" noProof="0" smtClean="0"/>
              <a:t>16/06/2025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F48DEA9-6F4F-4540-9E5D-C6F39079AF7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336591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F48DEA9-6F4F-4540-9E5D-C6F39079AF72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09176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e96fd5876e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e96fd5876e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48DEA9-6F4F-4540-9E5D-C6F39079AF7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419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F48DEA9-6F4F-4540-9E5D-C6F39079AF72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3408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F48DEA9-6F4F-4540-9E5D-C6F39079AF72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5575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48DEA9-6F4F-4540-9E5D-C6F39079AF7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577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96fd5876e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96fd5876e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9AFCD-CC86-4465-AD95-85D2B9349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607509-85B2-495C-82A8-989CA9862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MX" noProof="0"/>
              <a:t>Haz clic para editar el estilo de subtítulo del patrón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AB0AA9-8E90-484A-ADD9-31AA1A53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64302EE-FBF2-45D6-A620-5BD020C70B47}" type="datetime1">
              <a:rPr lang="es-ES" noProof="0" smtClean="0"/>
              <a:t>16/06/2025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78E9EE-6889-428D-B6A1-8BAC3E3F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Su logotipo va aquí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E1D2A5-6CD9-436C-958A-CC73AA34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D50806-BABF-4915-9689-3B9956D1C75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6556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758F3-6311-4BBF-9C0A-1ADA7A27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818"/>
            <a:ext cx="10515600" cy="997196"/>
          </a:xfrm>
        </p:spPr>
        <p:txBody>
          <a:bodyPr lIns="0" tIns="0" rIns="0" bIns="0" rtlCol="0" anchor="t">
            <a:spAutoFit/>
          </a:bodyPr>
          <a:lstStyle>
            <a:lvl1pPr algn="ctr">
              <a:defRPr sz="36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86F3C5-5D77-43F9-92A6-DE0777BB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 rtlCol="0"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Su logotipo va aquí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CB4FB46-0511-4A20-A9DA-85B06B5DF611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583AD1-0683-4B68-832E-79E5AC88DF1C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0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EB2F141-1AB9-4751-90A0-65BD481D8563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ED94255E-A54B-4118-B827-E0382D3A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6225" y="589475"/>
            <a:ext cx="428625" cy="365125"/>
          </a:xfrm>
        </p:spPr>
        <p:txBody>
          <a:bodyPr rtlCol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rtl="0"/>
            <a:fld id="{0FD50806-BABF-4915-9689-3B9956D1C75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33619BB-9A09-40D9-A9F1-A026ABABCFBF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606B9428-3B49-42EA-ACD3-FF049EF21512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A069E56F-ACCE-4A35-B24D-58EA37E4CEA1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5465AED1-A4C5-416C-90F3-39CC10CEEAF1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411431DD-99C5-48BB-92EB-730E9F76D556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46382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3">
            <a:extLst>
              <a:ext uri="{FF2B5EF4-FFF2-40B4-BE49-F238E27FC236}">
                <a16:creationId xmlns:a16="http://schemas.microsoft.com/office/drawing/2014/main" id="{F7129C65-954E-43EB-9F6A-C97D1F58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 rtlCol="0"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Su logotipo va aquí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8C9F7F1-EEC7-46BD-A1BF-A84E2080AB06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D697E84-B24C-45E1-B5E2-2055DC460E2B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0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A86CD30-C1F7-4F1C-A2BE-296375984BEE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4" name="Marcador de número de diapositiva 4">
            <a:extLst>
              <a:ext uri="{FF2B5EF4-FFF2-40B4-BE49-F238E27FC236}">
                <a16:creationId xmlns:a16="http://schemas.microsoft.com/office/drawing/2014/main" id="{CBA262D7-A96F-4408-8F02-4886014B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6225" y="589475"/>
            <a:ext cx="419100" cy="365125"/>
          </a:xfrm>
        </p:spPr>
        <p:txBody>
          <a:bodyPr rtlCol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rtl="0"/>
            <a:fld id="{0FD50806-BABF-4915-9689-3B9956D1C75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5309FA6-F672-455E-955D-B63C2E15B767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14FEBCF0-94B1-404B-8C9F-2DCA574C8B2D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A76D0EC6-9588-45EE-90D4-6E4C69D39683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987DA7BA-10C8-4993-9A03-3A5333A3916C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19BB0092-77B4-406B-A737-5C223E99A5A5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1381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78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854600" y="1432200"/>
            <a:ext cx="4727600" cy="33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6667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140700" y="4750600"/>
            <a:ext cx="3441600" cy="9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710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609600" y="1663933"/>
            <a:ext cx="10972800" cy="40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9408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7433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231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272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8842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7758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6076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52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0" y="688288"/>
            <a:ext cx="4433455" cy="3966824"/>
          </a:xfrm>
        </p:spPr>
        <p:txBody>
          <a:bodyPr anchor="t">
            <a:noAutofit/>
          </a:bodyPr>
          <a:lstStyle>
            <a:lvl1pPr>
              <a:defRPr sz="72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6000" cy="685799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11636" y="5936851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2241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ec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5801"/>
            <a:ext cx="7661275" cy="2057400"/>
          </a:xfrm>
        </p:spPr>
        <p:txBody>
          <a:bodyPr wrap="square"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B1C8803-0542-76BB-6DF0-FCC5FE74BC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4237" y="2819905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6191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54237" y="3429000"/>
            <a:ext cx="3283527" cy="238023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35C6E61-8847-4830-9FF4-365A758995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16191" y="3429001"/>
            <a:ext cx="3283527" cy="238023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4244063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685804"/>
            <a:ext cx="7661274" cy="2069086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54237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54237" y="3429000"/>
            <a:ext cx="3283527" cy="238023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53487" y="1153397"/>
            <a:ext cx="2871788" cy="44992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7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689838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61909" y="1030325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1909" y="1632997"/>
            <a:ext cx="4763366" cy="119333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14F2A9-59FA-754E-5B1E-11A58CA07A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1909" y="2836716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23DCBD-0AA5-7D57-EC78-48DF1E6328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1909" y="3439389"/>
            <a:ext cx="4763366" cy="14115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02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138039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3429000"/>
            <a:ext cx="5143501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5143500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1153397"/>
            <a:ext cx="5629275" cy="44992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50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689838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61909" y="1030325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1909" y="1632997"/>
            <a:ext cx="4763366" cy="119333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14F2A9-59FA-754E-5B1E-11A58CA07A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1909" y="2836716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23DCBD-0AA5-7D57-EC78-48DF1E6328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1909" y="3439389"/>
            <a:ext cx="4763366" cy="14115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6AF8D7-D3E5-B5C6-030A-DFBC5AEC7D0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2282" y="3616037"/>
            <a:ext cx="5503718" cy="207190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68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D049-71FF-411B-BCE5-A051E826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7692D-ABCF-997B-650B-266DF91A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748"/>
            <a:ext cx="27432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E306B-148D-CE50-D43B-2DEE1378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748"/>
            <a:ext cx="41148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411AD-3E1B-501F-B9F8-D0AAF3F5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49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72686-CE9D-3B74-9DE2-86FB708C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748"/>
            <a:ext cx="27432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822D6-F437-1E07-DBC9-57FD7321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748"/>
            <a:ext cx="41148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AF305-6821-F7EE-9D30-6FE81EC2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799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0" y="688288"/>
            <a:ext cx="4433455" cy="3966824"/>
          </a:xfrm>
        </p:spPr>
        <p:txBody>
          <a:bodyPr anchor="t">
            <a:noAutofit/>
          </a:bodyPr>
          <a:lstStyle>
            <a:lvl1pPr>
              <a:defRPr sz="75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6000" cy="685799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11636" y="5936851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3551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828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854600" y="1432200"/>
            <a:ext cx="4727600" cy="33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6667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140700" y="4750600"/>
            <a:ext cx="3441600" cy="9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78765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3396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609600" y="1663933"/>
            <a:ext cx="10972800" cy="40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15974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185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49140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09282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01711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8179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4325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71363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406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79759117-0F16-48ED-9718-C5D09846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FAB745ED-7A57-4683-810C-5E5003926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65B1BF-AD50-4239-805D-33B3AEE52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6D2D066-1020-4811-B6CD-DDC28AF1E6E0}" type="datetime1">
              <a:rPr lang="es-ES" noProof="0" smtClean="0"/>
              <a:t>16/06/2025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879871-3CD6-4A1B-A275-2552C7EBC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Su logotipo va aquí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081636-41B2-41A0-9EEE-E0104F888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FD50806-BABF-4915-9689-3B9956D1C75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1663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536633"/>
            <a:ext cx="10972800" cy="4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1708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0" r:id="rId2"/>
    <p:sldLayoutId id="2147483661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D9625-ED1C-9C68-D8B9-B6502FCC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523"/>
            <a:ext cx="10515600" cy="1325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93A9-2FAF-A155-DC7A-FE995344A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229"/>
            <a:ext cx="10515600" cy="4351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B5DE-B15D-9D1C-21D2-953FFCB00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323958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‹Nº›</a:t>
            </a:fld>
            <a:endParaRPr lang="en-US" dirty="0"/>
          </a:p>
        </p:txBody>
      </p:sp>
      <p:grpSp>
        <p:nvGrpSpPr>
          <p:cNvPr id="7" name="Group">
            <a:extLst>
              <a:ext uri="{FF2B5EF4-FFF2-40B4-BE49-F238E27FC236}">
                <a16:creationId xmlns:a16="http://schemas.microsoft.com/office/drawing/2014/main" id="{2CC72135-826E-3084-1ACC-9293218F24EE}"/>
              </a:ext>
            </a:extLst>
          </p:cNvPr>
          <p:cNvGrpSpPr/>
          <p:nvPr userDrawn="1"/>
        </p:nvGrpSpPr>
        <p:grpSpPr>
          <a:xfrm>
            <a:off x="11350549" y="6275881"/>
            <a:ext cx="378619" cy="267073"/>
            <a:chOff x="0" y="0"/>
            <a:chExt cx="504824" cy="356095"/>
          </a:xfrm>
        </p:grpSpPr>
        <p:sp>
          <p:nvSpPr>
            <p:cNvPr id="8" name="Line">
              <a:extLst>
                <a:ext uri="{FF2B5EF4-FFF2-40B4-BE49-F238E27FC236}">
                  <a16:creationId xmlns:a16="http://schemas.microsoft.com/office/drawing/2014/main" id="{024BCD63-D1A0-9E6D-3EA4-16D1E0509D18}"/>
                </a:ext>
              </a:extLst>
            </p:cNvPr>
            <p:cNvSpPr/>
            <p:nvPr/>
          </p:nvSpPr>
          <p:spPr>
            <a:xfrm>
              <a:off x="0" y="180134"/>
              <a:ext cx="50482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9" name="Line">
              <a:extLst>
                <a:ext uri="{FF2B5EF4-FFF2-40B4-BE49-F238E27FC236}">
                  <a16:creationId xmlns:a16="http://schemas.microsoft.com/office/drawing/2014/main" id="{3E483999-BF7F-A26B-845E-8C65CD948361}"/>
                </a:ext>
              </a:extLst>
            </p:cNvPr>
            <p:cNvSpPr/>
            <p:nvPr/>
          </p:nvSpPr>
          <p:spPr>
            <a:xfrm>
              <a:off x="324689" y="0"/>
              <a:ext cx="177185" cy="17718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0" name="Line">
              <a:extLst>
                <a:ext uri="{FF2B5EF4-FFF2-40B4-BE49-F238E27FC236}">
                  <a16:creationId xmlns:a16="http://schemas.microsoft.com/office/drawing/2014/main" id="{B9696663-8271-B1D6-1A2F-9E2DDAA3DD5E}"/>
                </a:ext>
              </a:extLst>
            </p:cNvPr>
            <p:cNvSpPr/>
            <p:nvPr/>
          </p:nvSpPr>
          <p:spPr>
            <a:xfrm flipV="1">
              <a:off x="324689" y="178911"/>
              <a:ext cx="177185" cy="17718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" name="textruta 3">
            <a:extLst>
              <a:ext uri="{FF2B5EF4-FFF2-40B4-BE49-F238E27FC236}">
                <a16:creationId xmlns:a16="http://schemas.microsoft.com/office/drawing/2014/main" id="{2DC00BBB-96D5-E144-A351-6386B4BABF32}"/>
              </a:ext>
            </a:extLst>
          </p:cNvPr>
          <p:cNvSpPr txBox="1"/>
          <p:nvPr userDrawn="1"/>
        </p:nvSpPr>
        <p:spPr>
          <a:xfrm>
            <a:off x="10707476" y="6260827"/>
            <a:ext cx="759780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000">
                <a:solidFill>
                  <a:srgbClr val="000000"/>
                </a:solidFill>
              </a:defRPr>
            </a:lvl1pPr>
          </a:lstStyle>
          <a:p>
            <a:r>
              <a:rPr sz="1500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27664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0">
          <p15:clr>
            <a:srgbClr val="F26B43"/>
          </p15:clr>
        </p15:guide>
        <p15:guide id="2" pos="392">
          <p15:clr>
            <a:srgbClr val="F26B43"/>
          </p15:clr>
        </p15:guide>
        <p15:guide id="3" orient="horz" pos="57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536633"/>
            <a:ext cx="10972800" cy="4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98714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.emf"/><Relationship Id="rId4" Type="http://schemas.openxmlformats.org/officeDocument/2006/relationships/diagramLayout" Target="../diagrams/layout1.xml"/><Relationship Id="rId9" Type="http://schemas.openxmlformats.org/officeDocument/2006/relationships/package" Target="../embeddings/Microsoft_Word_Document.docx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12.emf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chart" Target="../charts/chart7.xml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Relationship Id="rId9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6.xml"/><Relationship Id="rId3" Type="http://schemas.openxmlformats.org/officeDocument/2006/relationships/image" Target="../media/image16.emf"/><Relationship Id="rId7" Type="http://schemas.openxmlformats.org/officeDocument/2006/relationships/chart" Target="../charts/chart1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</p:nvPr>
        </p:nvSpPr>
        <p:spPr>
          <a:xfrm>
            <a:off x="710019" y="1674790"/>
            <a:ext cx="6219101" cy="211079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l"/>
            <a:r>
              <a:rPr lang="es-MX" sz="4200" b="1" dirty="0">
                <a:solidFill>
                  <a:srgbClr val="193256"/>
                </a:solidFill>
                <a:latin typeface="Century Gothic" panose="020B0502020202020204" pitchFamily="34" charset="0"/>
              </a:rPr>
              <a:t>MACHINE LEARNING APLICADO AL ANÁLISIS DE RIESGO DE CRÉDITO</a:t>
            </a:r>
          </a:p>
        </p:txBody>
      </p:sp>
      <p:sp>
        <p:nvSpPr>
          <p:cNvPr id="47" name="Google Shape;47;p15"/>
          <p:cNvSpPr txBox="1">
            <a:spLocks noGrp="1"/>
          </p:cNvSpPr>
          <p:nvPr>
            <p:ph type="subTitle" idx="1"/>
          </p:nvPr>
        </p:nvSpPr>
        <p:spPr>
          <a:xfrm>
            <a:off x="710019" y="3974861"/>
            <a:ext cx="4767644" cy="128630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lnSpc>
                <a:spcPct val="150000"/>
              </a:lnSpc>
            </a:pPr>
            <a:r>
              <a:rPr lang="es-CO" sz="2000" b="1" dirty="0">
                <a:solidFill>
                  <a:srgbClr val="193256"/>
                </a:solidFill>
                <a:latin typeface="Century Gothic" panose="020B0502020202020204" pitchFamily="34" charset="0"/>
              </a:rPr>
              <a:t>Autor: </a:t>
            </a:r>
            <a:r>
              <a:rPr lang="es-CO" sz="2000" dirty="0">
                <a:latin typeface="Century Gothic" panose="020B0502020202020204" pitchFamily="34" charset="0"/>
              </a:rPr>
              <a:t>David Felipe Vargas Cadena</a:t>
            </a:r>
          </a:p>
          <a:p>
            <a:pPr marL="0" indent="0" algn="l">
              <a:lnSpc>
                <a:spcPct val="150000"/>
              </a:lnSpc>
            </a:pPr>
            <a:r>
              <a:rPr lang="es-CO" sz="2000" b="1" dirty="0">
                <a:solidFill>
                  <a:srgbClr val="193256"/>
                </a:solidFill>
                <a:latin typeface="Century Gothic" panose="020B0502020202020204" pitchFamily="34" charset="0"/>
              </a:rPr>
              <a:t>Tutor: </a:t>
            </a:r>
            <a:r>
              <a:rPr lang="es-CO" sz="2000" dirty="0">
                <a:latin typeface="Century Gothic" panose="020B0502020202020204" pitchFamily="34" charset="0"/>
              </a:rPr>
              <a:t>Julián Molina Luque </a:t>
            </a:r>
          </a:p>
        </p:txBody>
      </p:sp>
      <p:pic>
        <p:nvPicPr>
          <p:cNvPr id="1028" name="Picture 4" descr="Elecciones - Elecciones">
            <a:extLst>
              <a:ext uri="{FF2B5EF4-FFF2-40B4-BE49-F238E27FC236}">
                <a16:creationId xmlns:a16="http://schemas.microsoft.com/office/drawing/2014/main" id="{FB12CCBB-8961-CFE6-3137-76B6FB869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633" y="1674790"/>
            <a:ext cx="4077592" cy="294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ángulo 83">
            <a:extLst>
              <a:ext uri="{FF2B5EF4-FFF2-40B4-BE49-F238E27FC236}">
                <a16:creationId xmlns:a16="http://schemas.microsoft.com/office/drawing/2014/main" id="{5517C826-C471-4169-9892-EEBF4B4D8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040" y="335280"/>
            <a:ext cx="11165840" cy="5933245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cxnSp>
        <p:nvCxnSpPr>
          <p:cNvPr id="299" name="Google Shape;2188;p41">
            <a:extLst>
              <a:ext uri="{FF2B5EF4-FFF2-40B4-BE49-F238E27FC236}">
                <a16:creationId xmlns:a16="http://schemas.microsoft.com/office/drawing/2014/main" id="{059E0853-B021-7995-7252-E1F8B75AF380}"/>
              </a:ext>
            </a:extLst>
          </p:cNvPr>
          <p:cNvCxnSpPr>
            <a:cxnSpLocks/>
            <a:stCxn id="56" idx="2"/>
            <a:endCxn id="59" idx="0"/>
          </p:cNvCxnSpPr>
          <p:nvPr/>
        </p:nvCxnSpPr>
        <p:spPr>
          <a:xfrm rot="5400000">
            <a:off x="7033285" y="3822604"/>
            <a:ext cx="2614615" cy="127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DC507B"/>
            </a:solidFill>
            <a:prstDash val="sysDash"/>
            <a:round/>
            <a:headEnd type="none" w="med" len="med"/>
            <a:tailEnd type="oval" w="med" len="med"/>
          </a:ln>
        </p:spPr>
      </p:cxn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581D706E-E15A-45F0-9055-C455145F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0592" y="3977531"/>
            <a:ext cx="5760000" cy="82800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228B89D6-D457-43D1-99F9-B86C5647A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0592" y="5129912"/>
            <a:ext cx="5760000" cy="828000"/>
          </a:xfrm>
          <a:prstGeom prst="roundRect">
            <a:avLst>
              <a:gd name="adj" fmla="val 50000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116FB6B7-1CB4-4813-99A3-137C82BE1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0592" y="2825113"/>
            <a:ext cx="5760000" cy="828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  <a:p>
            <a:pPr algn="ctr" rtl="0"/>
            <a:endParaRPr lang="es-ES" dirty="0"/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C50DE9D8-FD82-4684-9ED8-826B4EC01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0592" y="1435297"/>
            <a:ext cx="5760000" cy="1080000"/>
          </a:xfrm>
          <a:prstGeom prst="roundRect">
            <a:avLst>
              <a:gd name="adj" fmla="val 50000"/>
            </a:avLst>
          </a:prstGeom>
          <a:solidFill>
            <a:srgbClr val="CE2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D0B643-7A91-4DF8-A7B1-B57A95B3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869" y="488494"/>
            <a:ext cx="10515600" cy="498598"/>
          </a:xfrm>
        </p:spPr>
        <p:txBody>
          <a:bodyPr rtlCol="0"/>
          <a:lstStyle/>
          <a:p>
            <a:pPr rtl="0"/>
            <a:r>
              <a:rPr lang="es-ES" b="1" dirty="0"/>
              <a:t>OBJETIVOS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39A793-F356-45AC-A556-47A0CCFA4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dirty="0"/>
              <a:t>Su logotipo va aquí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976851-FE21-4646-98F0-F5FC65E0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D50806-BABF-4915-9689-3B9956D1C75C}" type="slidenum">
              <a:rPr lang="es-ES" smtClean="0"/>
              <a:pPr rtl="0"/>
              <a:t>2</a:t>
            </a:fld>
            <a:endParaRPr lang="es-ES" dirty="0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1A4FE373-17BB-493F-A361-B12440813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8093" y="1627777"/>
            <a:ext cx="684000" cy="684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05ECD4C0-D89D-49E9-AC09-4F34CDD5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77235" y="4066649"/>
            <a:ext cx="648000" cy="64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83DF543E-D479-4828-BA2F-2A24D956B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67905" y="5220711"/>
            <a:ext cx="648000" cy="64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A37809C-59E9-558E-1D3C-F634BDEA2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9204" y="2911698"/>
            <a:ext cx="648000" cy="64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Google Shape;872;p24">
            <a:extLst>
              <a:ext uri="{FF2B5EF4-FFF2-40B4-BE49-F238E27FC236}">
                <a16:creationId xmlns:a16="http://schemas.microsoft.com/office/drawing/2014/main" id="{C98BE406-BEE0-A304-5776-56005F54F550}"/>
              </a:ext>
            </a:extLst>
          </p:cNvPr>
          <p:cNvSpPr/>
          <p:nvPr/>
        </p:nvSpPr>
        <p:spPr>
          <a:xfrm>
            <a:off x="10563252" y="5338641"/>
            <a:ext cx="396000" cy="396000"/>
          </a:xfrm>
          <a:custGeom>
            <a:avLst/>
            <a:gdLst/>
            <a:ahLst/>
            <a:cxnLst/>
            <a:rect l="l" t="t" r="r" b="b"/>
            <a:pathLst>
              <a:path w="11623" h="9687" extrusionOk="0">
                <a:moveTo>
                  <a:pt x="9169" y="0"/>
                </a:moveTo>
                <a:cubicBezTo>
                  <a:pt x="8728" y="0"/>
                  <a:pt x="8288" y="173"/>
                  <a:pt x="7954" y="518"/>
                </a:cubicBezTo>
                <a:cubicBezTo>
                  <a:pt x="7621" y="828"/>
                  <a:pt x="7430" y="1257"/>
                  <a:pt x="7430" y="1733"/>
                </a:cubicBezTo>
                <a:cubicBezTo>
                  <a:pt x="7430" y="1924"/>
                  <a:pt x="7478" y="2090"/>
                  <a:pt x="7526" y="2281"/>
                </a:cubicBezTo>
                <a:lnTo>
                  <a:pt x="3239" y="3710"/>
                </a:lnTo>
                <a:cubicBezTo>
                  <a:pt x="3191" y="3662"/>
                  <a:pt x="3167" y="3638"/>
                  <a:pt x="3144" y="3591"/>
                </a:cubicBezTo>
                <a:cubicBezTo>
                  <a:pt x="2798" y="3257"/>
                  <a:pt x="2352" y="3090"/>
                  <a:pt x="1908" y="3090"/>
                </a:cubicBezTo>
                <a:cubicBezTo>
                  <a:pt x="1465" y="3090"/>
                  <a:pt x="1024" y="3257"/>
                  <a:pt x="691" y="3591"/>
                </a:cubicBezTo>
                <a:cubicBezTo>
                  <a:pt x="0" y="4281"/>
                  <a:pt x="0" y="5353"/>
                  <a:pt x="691" y="6043"/>
                </a:cubicBezTo>
                <a:cubicBezTo>
                  <a:pt x="1024" y="6377"/>
                  <a:pt x="1465" y="6543"/>
                  <a:pt x="1908" y="6543"/>
                </a:cubicBezTo>
                <a:cubicBezTo>
                  <a:pt x="2352" y="6543"/>
                  <a:pt x="2798" y="6377"/>
                  <a:pt x="3144" y="6043"/>
                </a:cubicBezTo>
                <a:cubicBezTo>
                  <a:pt x="3167" y="5996"/>
                  <a:pt x="3191" y="5972"/>
                  <a:pt x="3215" y="5924"/>
                </a:cubicBezTo>
                <a:lnTo>
                  <a:pt x="7526" y="7377"/>
                </a:lnTo>
                <a:cubicBezTo>
                  <a:pt x="7478" y="7544"/>
                  <a:pt x="7430" y="7734"/>
                  <a:pt x="7430" y="7925"/>
                </a:cubicBezTo>
                <a:cubicBezTo>
                  <a:pt x="7430" y="8377"/>
                  <a:pt x="7621" y="8830"/>
                  <a:pt x="7954" y="9139"/>
                </a:cubicBezTo>
                <a:cubicBezTo>
                  <a:pt x="8334" y="9525"/>
                  <a:pt x="8758" y="9686"/>
                  <a:pt x="9165" y="9686"/>
                </a:cubicBezTo>
                <a:cubicBezTo>
                  <a:pt x="10490" y="9686"/>
                  <a:pt x="11623" y="7968"/>
                  <a:pt x="10383" y="6710"/>
                </a:cubicBezTo>
                <a:cubicBezTo>
                  <a:pt x="10050" y="6377"/>
                  <a:pt x="9609" y="6210"/>
                  <a:pt x="9169" y="6210"/>
                </a:cubicBezTo>
                <a:cubicBezTo>
                  <a:pt x="8728" y="6210"/>
                  <a:pt x="8288" y="6377"/>
                  <a:pt x="7954" y="6710"/>
                </a:cubicBezTo>
                <a:cubicBezTo>
                  <a:pt x="7907" y="6758"/>
                  <a:pt x="7883" y="6782"/>
                  <a:pt x="7859" y="6805"/>
                </a:cubicBezTo>
                <a:lnTo>
                  <a:pt x="3548" y="5377"/>
                </a:lnTo>
                <a:cubicBezTo>
                  <a:pt x="3596" y="5210"/>
                  <a:pt x="3644" y="5019"/>
                  <a:pt x="3644" y="4829"/>
                </a:cubicBezTo>
                <a:cubicBezTo>
                  <a:pt x="3644" y="4638"/>
                  <a:pt x="3596" y="4448"/>
                  <a:pt x="3548" y="4257"/>
                </a:cubicBezTo>
                <a:lnTo>
                  <a:pt x="7859" y="2828"/>
                </a:lnTo>
                <a:cubicBezTo>
                  <a:pt x="7883" y="2876"/>
                  <a:pt x="7907" y="2900"/>
                  <a:pt x="7954" y="2948"/>
                </a:cubicBezTo>
                <a:cubicBezTo>
                  <a:pt x="8300" y="3293"/>
                  <a:pt x="8727" y="3448"/>
                  <a:pt x="9149" y="3448"/>
                </a:cubicBezTo>
                <a:cubicBezTo>
                  <a:pt x="10034" y="3448"/>
                  <a:pt x="10891" y="2765"/>
                  <a:pt x="10907" y="1733"/>
                </a:cubicBezTo>
                <a:cubicBezTo>
                  <a:pt x="10907" y="1257"/>
                  <a:pt x="10717" y="828"/>
                  <a:pt x="10383" y="518"/>
                </a:cubicBezTo>
                <a:cubicBezTo>
                  <a:pt x="10050" y="173"/>
                  <a:pt x="9609" y="0"/>
                  <a:pt x="9169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758;p23">
            <a:extLst>
              <a:ext uri="{FF2B5EF4-FFF2-40B4-BE49-F238E27FC236}">
                <a16:creationId xmlns:a16="http://schemas.microsoft.com/office/drawing/2014/main" id="{24B8C28C-90DD-6610-C5BD-7FBCDFAA9BD2}"/>
              </a:ext>
            </a:extLst>
          </p:cNvPr>
          <p:cNvGrpSpPr/>
          <p:nvPr/>
        </p:nvGrpSpPr>
        <p:grpSpPr>
          <a:xfrm>
            <a:off x="10557635" y="1744094"/>
            <a:ext cx="432000" cy="432000"/>
            <a:chOff x="-44512325" y="3176075"/>
            <a:chExt cx="300900" cy="300900"/>
          </a:xfrm>
          <a:solidFill>
            <a:srgbClr val="CE295E"/>
          </a:solidFill>
        </p:grpSpPr>
        <p:sp>
          <p:nvSpPr>
            <p:cNvPr id="17" name="Google Shape;759;p23">
              <a:extLst>
                <a:ext uri="{FF2B5EF4-FFF2-40B4-BE49-F238E27FC236}">
                  <a16:creationId xmlns:a16="http://schemas.microsoft.com/office/drawing/2014/main" id="{EBB9779E-72C5-168F-4703-2BCC09ED6DBA}"/>
                </a:ext>
              </a:extLst>
            </p:cNvPr>
            <p:cNvSpPr/>
            <p:nvPr/>
          </p:nvSpPr>
          <p:spPr>
            <a:xfrm>
              <a:off x="-44512325" y="317607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760;p23">
              <a:extLst>
                <a:ext uri="{FF2B5EF4-FFF2-40B4-BE49-F238E27FC236}">
                  <a16:creationId xmlns:a16="http://schemas.microsoft.com/office/drawing/2014/main" id="{8F4B0DE5-06B7-1F28-270F-4B723D331E49}"/>
                </a:ext>
              </a:extLst>
            </p:cNvPr>
            <p:cNvSpPr/>
            <p:nvPr/>
          </p:nvSpPr>
          <p:spPr>
            <a:xfrm>
              <a:off x="-44369750" y="33178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61;p23">
              <a:extLst>
                <a:ext uri="{FF2B5EF4-FFF2-40B4-BE49-F238E27FC236}">
                  <a16:creationId xmlns:a16="http://schemas.microsoft.com/office/drawing/2014/main" id="{B6688FFC-863C-91F2-B0E3-B40EF72E4E08}"/>
                </a:ext>
              </a:extLst>
            </p:cNvPr>
            <p:cNvSpPr/>
            <p:nvPr/>
          </p:nvSpPr>
          <p:spPr>
            <a:xfrm>
              <a:off x="-44411500" y="3275325"/>
              <a:ext cx="100825" cy="102400"/>
            </a:xfrm>
            <a:custGeom>
              <a:avLst/>
              <a:gdLst/>
              <a:ahLst/>
              <a:cxnLst/>
              <a:rect l="l" t="t" r="r" b="b"/>
              <a:pathLst>
                <a:path w="4033" h="4096" extrusionOk="0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0" name="Google Shape;1770;p35">
            <a:extLst>
              <a:ext uri="{FF2B5EF4-FFF2-40B4-BE49-F238E27FC236}">
                <a16:creationId xmlns:a16="http://schemas.microsoft.com/office/drawing/2014/main" id="{3B3AE1C1-8135-BB10-E7B6-4D455AE53E74}"/>
              </a:ext>
            </a:extLst>
          </p:cNvPr>
          <p:cNvSpPr/>
          <p:nvPr/>
        </p:nvSpPr>
        <p:spPr>
          <a:xfrm>
            <a:off x="10577153" y="3040939"/>
            <a:ext cx="396000" cy="360000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" name="Google Shape;1036;p27">
            <a:extLst>
              <a:ext uri="{FF2B5EF4-FFF2-40B4-BE49-F238E27FC236}">
                <a16:creationId xmlns:a16="http://schemas.microsoft.com/office/drawing/2014/main" id="{A5A291C7-0380-04F4-0F9F-C0D48A68FBE5}"/>
              </a:ext>
            </a:extLst>
          </p:cNvPr>
          <p:cNvGrpSpPr/>
          <p:nvPr/>
        </p:nvGrpSpPr>
        <p:grpSpPr>
          <a:xfrm>
            <a:off x="10643982" y="4214354"/>
            <a:ext cx="324000" cy="358888"/>
            <a:chOff x="5646262" y="2290545"/>
            <a:chExt cx="249578" cy="358888"/>
          </a:xfrm>
          <a:solidFill>
            <a:schemeClr val="bg1">
              <a:lumMod val="50000"/>
            </a:schemeClr>
          </a:solidFill>
        </p:grpSpPr>
        <p:sp>
          <p:nvSpPr>
            <p:cNvPr id="27" name="Google Shape;1037;p27">
              <a:extLst>
                <a:ext uri="{FF2B5EF4-FFF2-40B4-BE49-F238E27FC236}">
                  <a16:creationId xmlns:a16="http://schemas.microsoft.com/office/drawing/2014/main" id="{153B486A-1BE3-D6CF-0B30-A40B9A16FE14}"/>
                </a:ext>
              </a:extLst>
            </p:cNvPr>
            <p:cNvSpPr/>
            <p:nvPr/>
          </p:nvSpPr>
          <p:spPr>
            <a:xfrm>
              <a:off x="5646262" y="2290545"/>
              <a:ext cx="249578" cy="268344"/>
            </a:xfrm>
            <a:custGeom>
              <a:avLst/>
              <a:gdLst/>
              <a:ahLst/>
              <a:cxnLst/>
              <a:rect l="l" t="t" r="r" b="b"/>
              <a:pathLst>
                <a:path w="7288" h="7836" extrusionOk="0">
                  <a:moveTo>
                    <a:pt x="2167" y="3746"/>
                  </a:moveTo>
                  <a:cubicBezTo>
                    <a:pt x="2322" y="3746"/>
                    <a:pt x="2477" y="3847"/>
                    <a:pt x="2477" y="4049"/>
                  </a:cubicBezTo>
                  <a:lnTo>
                    <a:pt x="2477" y="6431"/>
                  </a:lnTo>
                  <a:cubicBezTo>
                    <a:pt x="2477" y="6633"/>
                    <a:pt x="2322" y="6734"/>
                    <a:pt x="2167" y="6734"/>
                  </a:cubicBezTo>
                  <a:cubicBezTo>
                    <a:pt x="2012" y="6734"/>
                    <a:pt x="1858" y="6633"/>
                    <a:pt x="1858" y="6431"/>
                  </a:cubicBezTo>
                  <a:lnTo>
                    <a:pt x="1858" y="4049"/>
                  </a:lnTo>
                  <a:cubicBezTo>
                    <a:pt x="1858" y="3847"/>
                    <a:pt x="2012" y="3746"/>
                    <a:pt x="2167" y="3746"/>
                  </a:cubicBezTo>
                  <a:close/>
                  <a:moveTo>
                    <a:pt x="3644" y="2174"/>
                  </a:moveTo>
                  <a:cubicBezTo>
                    <a:pt x="3798" y="2174"/>
                    <a:pt x="3953" y="2275"/>
                    <a:pt x="3953" y="2477"/>
                  </a:cubicBezTo>
                  <a:lnTo>
                    <a:pt x="3953" y="6431"/>
                  </a:lnTo>
                  <a:cubicBezTo>
                    <a:pt x="3953" y="6633"/>
                    <a:pt x="3798" y="6734"/>
                    <a:pt x="3644" y="6734"/>
                  </a:cubicBezTo>
                  <a:cubicBezTo>
                    <a:pt x="3489" y="6734"/>
                    <a:pt x="3334" y="6633"/>
                    <a:pt x="3334" y="6431"/>
                  </a:cubicBezTo>
                  <a:lnTo>
                    <a:pt x="3334" y="2477"/>
                  </a:lnTo>
                  <a:cubicBezTo>
                    <a:pt x="3334" y="2275"/>
                    <a:pt x="3489" y="2174"/>
                    <a:pt x="3644" y="2174"/>
                  </a:cubicBezTo>
                  <a:close/>
                  <a:moveTo>
                    <a:pt x="5144" y="4936"/>
                  </a:moveTo>
                  <a:cubicBezTo>
                    <a:pt x="5299" y="4936"/>
                    <a:pt x="5454" y="5037"/>
                    <a:pt x="5454" y="5240"/>
                  </a:cubicBezTo>
                  <a:lnTo>
                    <a:pt x="5454" y="6431"/>
                  </a:lnTo>
                  <a:cubicBezTo>
                    <a:pt x="5454" y="6633"/>
                    <a:pt x="5299" y="6734"/>
                    <a:pt x="5144" y="6734"/>
                  </a:cubicBezTo>
                  <a:cubicBezTo>
                    <a:pt x="4989" y="6734"/>
                    <a:pt x="4834" y="6633"/>
                    <a:pt x="4834" y="6431"/>
                  </a:cubicBezTo>
                  <a:lnTo>
                    <a:pt x="4834" y="5240"/>
                  </a:lnTo>
                  <a:cubicBezTo>
                    <a:pt x="4834" y="5037"/>
                    <a:pt x="4989" y="4936"/>
                    <a:pt x="5144" y="4936"/>
                  </a:cubicBezTo>
                  <a:close/>
                  <a:moveTo>
                    <a:pt x="1548" y="1"/>
                  </a:moveTo>
                  <a:cubicBezTo>
                    <a:pt x="691" y="1"/>
                    <a:pt x="0" y="691"/>
                    <a:pt x="0" y="1525"/>
                  </a:cubicBezTo>
                  <a:lnTo>
                    <a:pt x="0" y="7836"/>
                  </a:lnTo>
                  <a:lnTo>
                    <a:pt x="7287" y="7836"/>
                  </a:lnTo>
                  <a:lnTo>
                    <a:pt x="7287" y="1525"/>
                  </a:lnTo>
                  <a:cubicBezTo>
                    <a:pt x="7264" y="691"/>
                    <a:pt x="6597" y="1"/>
                    <a:pt x="5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38;p27">
              <a:extLst>
                <a:ext uri="{FF2B5EF4-FFF2-40B4-BE49-F238E27FC236}">
                  <a16:creationId xmlns:a16="http://schemas.microsoft.com/office/drawing/2014/main" id="{5506CF05-222C-913B-591E-0BC4991A4D07}"/>
                </a:ext>
              </a:extLst>
            </p:cNvPr>
            <p:cNvSpPr/>
            <p:nvPr/>
          </p:nvSpPr>
          <p:spPr>
            <a:xfrm>
              <a:off x="5646262" y="2580053"/>
              <a:ext cx="249578" cy="69380"/>
            </a:xfrm>
            <a:custGeom>
              <a:avLst/>
              <a:gdLst/>
              <a:ahLst/>
              <a:cxnLst/>
              <a:rect l="l" t="t" r="r" b="b"/>
              <a:pathLst>
                <a:path w="7288" h="2026" extrusionOk="0">
                  <a:moveTo>
                    <a:pt x="3644" y="691"/>
                  </a:moveTo>
                  <a:cubicBezTo>
                    <a:pt x="3906" y="691"/>
                    <a:pt x="4049" y="1001"/>
                    <a:pt x="3858" y="1192"/>
                  </a:cubicBezTo>
                  <a:cubicBezTo>
                    <a:pt x="3797" y="1252"/>
                    <a:pt x="3725" y="1279"/>
                    <a:pt x="3654" y="1279"/>
                  </a:cubicBezTo>
                  <a:cubicBezTo>
                    <a:pt x="3502" y="1279"/>
                    <a:pt x="3358" y="1156"/>
                    <a:pt x="3358" y="977"/>
                  </a:cubicBezTo>
                  <a:cubicBezTo>
                    <a:pt x="3358" y="810"/>
                    <a:pt x="3477" y="691"/>
                    <a:pt x="3644" y="691"/>
                  </a:cubicBezTo>
                  <a:close/>
                  <a:moveTo>
                    <a:pt x="0" y="1"/>
                  </a:moveTo>
                  <a:lnTo>
                    <a:pt x="0" y="501"/>
                  </a:lnTo>
                  <a:cubicBezTo>
                    <a:pt x="0" y="1334"/>
                    <a:pt x="691" y="2025"/>
                    <a:pt x="1548" y="2025"/>
                  </a:cubicBezTo>
                  <a:lnTo>
                    <a:pt x="5763" y="2025"/>
                  </a:lnTo>
                  <a:cubicBezTo>
                    <a:pt x="6597" y="2025"/>
                    <a:pt x="7287" y="1334"/>
                    <a:pt x="7287" y="501"/>
                  </a:cubicBezTo>
                  <a:lnTo>
                    <a:pt x="72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Cuadro de texto 47">
            <a:extLst>
              <a:ext uri="{FF2B5EF4-FFF2-40B4-BE49-F238E27FC236}">
                <a16:creationId xmlns:a16="http://schemas.microsoft.com/office/drawing/2014/main" id="{939B7CC5-439E-403C-9383-8988F3AAD7AF}"/>
              </a:ext>
            </a:extLst>
          </p:cNvPr>
          <p:cNvSpPr txBox="1"/>
          <p:nvPr/>
        </p:nvSpPr>
        <p:spPr>
          <a:xfrm>
            <a:off x="5847368" y="2967730"/>
            <a:ext cx="4467092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es-MX" sz="1600" dirty="0">
                <a:solidFill>
                  <a:schemeClr val="bg1"/>
                </a:solidFill>
              </a:rPr>
              <a:t>Identificar las técnicas y enfoques con mejor desempeño predictivo.</a:t>
            </a:r>
            <a:endParaRPr lang="es-ES" sz="1600" dirty="0">
              <a:solidFill>
                <a:schemeClr val="bg1"/>
              </a:solidFill>
            </a:endParaRPr>
          </a:p>
        </p:txBody>
      </p:sp>
      <p:sp>
        <p:nvSpPr>
          <p:cNvPr id="61" name="Cuadro de texto 47">
            <a:extLst>
              <a:ext uri="{FF2B5EF4-FFF2-40B4-BE49-F238E27FC236}">
                <a16:creationId xmlns:a16="http://schemas.microsoft.com/office/drawing/2014/main" id="{0ABCF938-7F69-41DA-A492-F98171623883}"/>
              </a:ext>
            </a:extLst>
          </p:cNvPr>
          <p:cNvSpPr txBox="1"/>
          <p:nvPr/>
        </p:nvSpPr>
        <p:spPr>
          <a:xfrm>
            <a:off x="5847367" y="1563384"/>
            <a:ext cx="4438869" cy="83099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es-MX" b="1" dirty="0">
                <a:solidFill>
                  <a:schemeClr val="bg1"/>
                </a:solidFill>
              </a:rPr>
              <a:t>Identificar y evaluar la aplicabilidad de modelos de Machine Learning y Deep Learning en el análisis del riesgo crediticio.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65" name="Cuadro de texto 47">
            <a:extLst>
              <a:ext uri="{FF2B5EF4-FFF2-40B4-BE49-F238E27FC236}">
                <a16:creationId xmlns:a16="http://schemas.microsoft.com/office/drawing/2014/main" id="{BBF4A77D-999A-446C-A470-A09EABC1CB5F}"/>
              </a:ext>
            </a:extLst>
          </p:cNvPr>
          <p:cNvSpPr txBox="1"/>
          <p:nvPr/>
        </p:nvSpPr>
        <p:spPr>
          <a:xfrm>
            <a:off x="5847367" y="5304624"/>
            <a:ext cx="4438869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es-MX" sz="1600" dirty="0">
                <a:solidFill>
                  <a:schemeClr val="bg1"/>
                </a:solidFill>
              </a:rPr>
              <a:t>Comparar y contrastar el rendimiento de las técnicas optimizadas con los algoritmos BL y CE.</a:t>
            </a:r>
            <a:endParaRPr lang="es-ES" sz="1600" dirty="0">
              <a:solidFill>
                <a:schemeClr val="bg1"/>
              </a:solidFill>
            </a:endParaRPr>
          </a:p>
        </p:txBody>
      </p:sp>
      <p:sp>
        <p:nvSpPr>
          <p:cNvPr id="67" name="Cuadro de texto 47">
            <a:extLst>
              <a:ext uri="{FF2B5EF4-FFF2-40B4-BE49-F238E27FC236}">
                <a16:creationId xmlns:a16="http://schemas.microsoft.com/office/drawing/2014/main" id="{5CB8E5D9-5AB2-4AEE-973D-2AB9CE05AF2D}"/>
              </a:ext>
            </a:extLst>
          </p:cNvPr>
          <p:cNvSpPr txBox="1"/>
          <p:nvPr/>
        </p:nvSpPr>
        <p:spPr>
          <a:xfrm>
            <a:off x="5847367" y="4131537"/>
            <a:ext cx="4467093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es-MX" sz="1600" dirty="0">
                <a:solidFill>
                  <a:schemeClr val="bg1"/>
                </a:solidFill>
              </a:rPr>
              <a:t>Determinar la relevancia de las variables en los modelos de predicción de default.</a:t>
            </a:r>
            <a:endParaRPr lang="es-ES" sz="1600" dirty="0">
              <a:solidFill>
                <a:schemeClr val="bg1"/>
              </a:solidFill>
            </a:endParaRPr>
          </a:p>
        </p:txBody>
      </p:sp>
      <p:cxnSp>
        <p:nvCxnSpPr>
          <p:cNvPr id="50" name="Google Shape;2188;p41">
            <a:extLst>
              <a:ext uri="{FF2B5EF4-FFF2-40B4-BE49-F238E27FC236}">
                <a16:creationId xmlns:a16="http://schemas.microsoft.com/office/drawing/2014/main" id="{E5F53C2D-B6B3-3392-63E5-F9C926BDDE3E}"/>
              </a:ext>
            </a:extLst>
          </p:cNvPr>
          <p:cNvCxnSpPr>
            <a:cxnSpLocks/>
            <a:stCxn id="56" idx="1"/>
            <a:endCxn id="259" idx="6"/>
          </p:cNvCxnSpPr>
          <p:nvPr/>
        </p:nvCxnSpPr>
        <p:spPr>
          <a:xfrm rot="10800000" flipV="1">
            <a:off x="4808412" y="1975296"/>
            <a:ext cx="652181" cy="1996399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DC507B"/>
            </a:solidFill>
            <a:prstDash val="sysDash"/>
            <a:round/>
            <a:headEnd type="none" w="med" len="med"/>
            <a:tailEnd type="oval" w="med" len="med"/>
          </a:ln>
        </p:spPr>
      </p:cxnSp>
      <p:sp>
        <p:nvSpPr>
          <p:cNvPr id="259" name="Google Shape;744;p23">
            <a:extLst>
              <a:ext uri="{FF2B5EF4-FFF2-40B4-BE49-F238E27FC236}">
                <a16:creationId xmlns:a16="http://schemas.microsoft.com/office/drawing/2014/main" id="{9517157E-9C53-9AC6-EEB6-D2E0A1945605}"/>
              </a:ext>
            </a:extLst>
          </p:cNvPr>
          <p:cNvSpPr/>
          <p:nvPr/>
        </p:nvSpPr>
        <p:spPr>
          <a:xfrm>
            <a:off x="929206" y="2080458"/>
            <a:ext cx="3879205" cy="3782476"/>
          </a:xfrm>
          <a:prstGeom prst="ellipse">
            <a:avLst/>
          </a:prstGeom>
          <a:solidFill>
            <a:schemeClr val="bg1">
              <a:lumMod val="50000"/>
              <a:alpha val="250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bg1"/>
              </a:solidFill>
            </a:endParaRPr>
          </a:p>
        </p:txBody>
      </p:sp>
      <p:sp>
        <p:nvSpPr>
          <p:cNvPr id="260" name="Google Shape;745;p23">
            <a:extLst>
              <a:ext uri="{FF2B5EF4-FFF2-40B4-BE49-F238E27FC236}">
                <a16:creationId xmlns:a16="http://schemas.microsoft.com/office/drawing/2014/main" id="{C17C61C8-CDE1-9AF9-545E-52761550C6E0}"/>
              </a:ext>
            </a:extLst>
          </p:cNvPr>
          <p:cNvSpPr/>
          <p:nvPr/>
        </p:nvSpPr>
        <p:spPr>
          <a:xfrm>
            <a:off x="1322257" y="2757409"/>
            <a:ext cx="3093101" cy="3091135"/>
          </a:xfrm>
          <a:prstGeom prst="ellipse">
            <a:avLst/>
          </a:prstGeom>
          <a:solidFill>
            <a:schemeClr val="tx1">
              <a:lumMod val="85000"/>
              <a:lumOff val="15000"/>
              <a:alpha val="250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bg1"/>
              </a:solidFill>
            </a:endParaRPr>
          </a:p>
        </p:txBody>
      </p:sp>
      <p:sp>
        <p:nvSpPr>
          <p:cNvPr id="263" name="Google Shape;748;p23">
            <a:extLst>
              <a:ext uri="{FF2B5EF4-FFF2-40B4-BE49-F238E27FC236}">
                <a16:creationId xmlns:a16="http://schemas.microsoft.com/office/drawing/2014/main" id="{068CB112-EDBE-CB7F-6C52-5794730BBD2A}"/>
              </a:ext>
            </a:extLst>
          </p:cNvPr>
          <p:cNvSpPr/>
          <p:nvPr/>
        </p:nvSpPr>
        <p:spPr>
          <a:xfrm>
            <a:off x="1705107" y="3656813"/>
            <a:ext cx="2327399" cy="2174653"/>
          </a:xfrm>
          <a:prstGeom prst="ellipse">
            <a:avLst/>
          </a:prstGeom>
          <a:solidFill>
            <a:schemeClr val="bg2">
              <a:lumMod val="50000"/>
              <a:alpha val="250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5" name="Google Shape;748;p23">
            <a:extLst>
              <a:ext uri="{FF2B5EF4-FFF2-40B4-BE49-F238E27FC236}">
                <a16:creationId xmlns:a16="http://schemas.microsoft.com/office/drawing/2014/main" id="{9F23A7B2-1C96-6395-6746-2E31D040160B}"/>
              </a:ext>
            </a:extLst>
          </p:cNvPr>
          <p:cNvSpPr/>
          <p:nvPr/>
        </p:nvSpPr>
        <p:spPr>
          <a:xfrm>
            <a:off x="2151636" y="4444965"/>
            <a:ext cx="1434339" cy="1369894"/>
          </a:xfrm>
          <a:prstGeom prst="ellipse">
            <a:avLst/>
          </a:prstGeom>
          <a:solidFill>
            <a:srgbClr val="D739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bg1"/>
              </a:solidFill>
            </a:endParaRPr>
          </a:p>
        </p:txBody>
      </p:sp>
      <p:sp>
        <p:nvSpPr>
          <p:cNvPr id="264" name="Google Shape;749;p23">
            <a:extLst>
              <a:ext uri="{FF2B5EF4-FFF2-40B4-BE49-F238E27FC236}">
                <a16:creationId xmlns:a16="http://schemas.microsoft.com/office/drawing/2014/main" id="{EA8FBD67-2722-BC5A-BF6E-EA448DB30016}"/>
              </a:ext>
            </a:extLst>
          </p:cNvPr>
          <p:cNvSpPr txBox="1"/>
          <p:nvPr/>
        </p:nvSpPr>
        <p:spPr>
          <a:xfrm>
            <a:off x="2110299" y="3912660"/>
            <a:ext cx="1517011" cy="49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Deep Learning</a:t>
            </a:r>
            <a:endParaRPr b="1" dirty="0">
              <a:solidFill>
                <a:schemeClr val="bg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6" name="Google Shape;749;p23">
            <a:extLst>
              <a:ext uri="{FF2B5EF4-FFF2-40B4-BE49-F238E27FC236}">
                <a16:creationId xmlns:a16="http://schemas.microsoft.com/office/drawing/2014/main" id="{2D58E828-CA57-E9D7-435E-014B40A6D36A}"/>
              </a:ext>
            </a:extLst>
          </p:cNvPr>
          <p:cNvSpPr txBox="1"/>
          <p:nvPr/>
        </p:nvSpPr>
        <p:spPr>
          <a:xfrm>
            <a:off x="2319182" y="4884045"/>
            <a:ext cx="1099246" cy="49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Credit Risk</a:t>
            </a:r>
            <a:endParaRPr sz="1600" b="1" dirty="0">
              <a:solidFill>
                <a:schemeClr val="bg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1" name="Google Shape;746;p23">
            <a:extLst>
              <a:ext uri="{FF2B5EF4-FFF2-40B4-BE49-F238E27FC236}">
                <a16:creationId xmlns:a16="http://schemas.microsoft.com/office/drawing/2014/main" id="{7CE2077E-26DE-62AF-DD0D-769FFB235DEC}"/>
              </a:ext>
            </a:extLst>
          </p:cNvPr>
          <p:cNvSpPr txBox="1"/>
          <p:nvPr/>
        </p:nvSpPr>
        <p:spPr>
          <a:xfrm>
            <a:off x="2151633" y="2239704"/>
            <a:ext cx="1434339" cy="49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AI</a:t>
            </a:r>
            <a:endParaRPr sz="2000" b="1" dirty="0">
              <a:solidFill>
                <a:schemeClr val="bg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2" name="Google Shape;747;p23">
            <a:extLst>
              <a:ext uri="{FF2B5EF4-FFF2-40B4-BE49-F238E27FC236}">
                <a16:creationId xmlns:a16="http://schemas.microsoft.com/office/drawing/2014/main" id="{521182C1-C271-826F-2729-B254D70D2866}"/>
              </a:ext>
            </a:extLst>
          </p:cNvPr>
          <p:cNvSpPr txBox="1"/>
          <p:nvPr/>
        </p:nvSpPr>
        <p:spPr>
          <a:xfrm>
            <a:off x="1856979" y="3061638"/>
            <a:ext cx="2023649" cy="49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Machine Learning</a:t>
            </a:r>
            <a:endParaRPr b="1" dirty="0">
              <a:solidFill>
                <a:schemeClr val="bg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877929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18A424-BB35-1FE8-D0D9-9F7D726F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FD50806-BABF-4915-9689-3B9956D1C75C}" type="slidenum">
              <a:rPr lang="es-ES" noProof="0" smtClean="0"/>
              <a:pPr rtl="0"/>
              <a:t>3</a:t>
            </a:fld>
            <a:endParaRPr lang="es-ES" noProof="0" dirty="0"/>
          </a:p>
        </p:txBody>
      </p:sp>
      <p:sp>
        <p:nvSpPr>
          <p:cNvPr id="110" name="Google Shape;1437;p32">
            <a:extLst>
              <a:ext uri="{FF2B5EF4-FFF2-40B4-BE49-F238E27FC236}">
                <a16:creationId xmlns:a16="http://schemas.microsoft.com/office/drawing/2014/main" id="{E3FEC7C5-20E4-E0B6-4DF2-EDB7953FE6D1}"/>
              </a:ext>
            </a:extLst>
          </p:cNvPr>
          <p:cNvSpPr/>
          <p:nvPr/>
        </p:nvSpPr>
        <p:spPr>
          <a:xfrm>
            <a:off x="1727791" y="733944"/>
            <a:ext cx="1698890" cy="900000"/>
          </a:xfrm>
          <a:prstGeom prst="roundRect">
            <a:avLst>
              <a:gd name="adj" fmla="val 10110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1" name="Google Shape;1438;p32">
            <a:extLst>
              <a:ext uri="{FF2B5EF4-FFF2-40B4-BE49-F238E27FC236}">
                <a16:creationId xmlns:a16="http://schemas.microsoft.com/office/drawing/2014/main" id="{7DA67F30-466D-819A-1EC6-72E2CBBF74C3}"/>
              </a:ext>
            </a:extLst>
          </p:cNvPr>
          <p:cNvSpPr/>
          <p:nvPr/>
        </p:nvSpPr>
        <p:spPr>
          <a:xfrm>
            <a:off x="390032" y="1400272"/>
            <a:ext cx="697512" cy="3445284"/>
          </a:xfrm>
          <a:prstGeom prst="roundRect">
            <a:avLst>
              <a:gd name="adj" fmla="val 7070"/>
            </a:avLst>
          </a:prstGeom>
          <a:solidFill>
            <a:srgbClr val="C32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0" name="Google Shape;1528;p32">
            <a:extLst>
              <a:ext uri="{FF2B5EF4-FFF2-40B4-BE49-F238E27FC236}">
                <a16:creationId xmlns:a16="http://schemas.microsoft.com/office/drawing/2014/main" id="{6C5B5511-EAA0-4846-302B-99D4159974DB}"/>
              </a:ext>
            </a:extLst>
          </p:cNvPr>
          <p:cNvSpPr txBox="1"/>
          <p:nvPr/>
        </p:nvSpPr>
        <p:spPr>
          <a:xfrm rot="16200000">
            <a:off x="-842658" y="2892683"/>
            <a:ext cx="3155133" cy="452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2400" b="1" kern="0" dirty="0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Revision de Literatura</a:t>
            </a:r>
            <a:endParaRPr sz="2400" b="1" kern="0" dirty="0">
              <a:solidFill>
                <a:schemeClr val="bg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3" name="Google Shape;1531;p32">
            <a:extLst>
              <a:ext uri="{FF2B5EF4-FFF2-40B4-BE49-F238E27FC236}">
                <a16:creationId xmlns:a16="http://schemas.microsoft.com/office/drawing/2014/main" id="{252FDC78-A2FB-3B62-5A1B-A18EDD01F677}"/>
              </a:ext>
            </a:extLst>
          </p:cNvPr>
          <p:cNvSpPr txBox="1"/>
          <p:nvPr/>
        </p:nvSpPr>
        <p:spPr>
          <a:xfrm>
            <a:off x="2146912" y="970284"/>
            <a:ext cx="1171289" cy="42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" sz="1600" b="1" kern="0" dirty="0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Crédito y TecnologÍa</a:t>
            </a:r>
            <a:endParaRPr sz="1600" b="1" kern="0" dirty="0">
              <a:solidFill>
                <a:schemeClr val="bg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09" name="Google Shape;1537;p32">
            <a:extLst>
              <a:ext uri="{FF2B5EF4-FFF2-40B4-BE49-F238E27FC236}">
                <a16:creationId xmlns:a16="http://schemas.microsoft.com/office/drawing/2014/main" id="{73F9818D-8961-FBB4-4D32-C15EAADC5207}"/>
              </a:ext>
            </a:extLst>
          </p:cNvPr>
          <p:cNvCxnSpPr>
            <a:cxnSpLocks/>
            <a:stCxn id="111" idx="3"/>
            <a:endCxn id="110" idx="1"/>
          </p:cNvCxnSpPr>
          <p:nvPr/>
        </p:nvCxnSpPr>
        <p:spPr>
          <a:xfrm flipV="1">
            <a:off x="1087544" y="1183944"/>
            <a:ext cx="640247" cy="193897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tx1">
                <a:lumMod val="65000"/>
                <a:lumOff val="35000"/>
              </a:schemeClr>
            </a:solidFill>
            <a:prstDash val="sysDash"/>
            <a:round/>
            <a:headEnd type="none" w="med" len="med"/>
            <a:tailEnd type="none" w="med" len="med"/>
          </a:ln>
        </p:spPr>
      </p:cxnSp>
      <p:cxnSp>
        <p:nvCxnSpPr>
          <p:cNvPr id="210" name="Google Shape;1538;p32">
            <a:extLst>
              <a:ext uri="{FF2B5EF4-FFF2-40B4-BE49-F238E27FC236}">
                <a16:creationId xmlns:a16="http://schemas.microsoft.com/office/drawing/2014/main" id="{F7D2A683-8339-EED1-2A89-EC41A76054F3}"/>
              </a:ext>
            </a:extLst>
          </p:cNvPr>
          <p:cNvCxnSpPr>
            <a:cxnSpLocks/>
            <a:stCxn id="111" idx="3"/>
          </p:cNvCxnSpPr>
          <p:nvPr/>
        </p:nvCxnSpPr>
        <p:spPr>
          <a:xfrm flipV="1">
            <a:off x="1087544" y="3122401"/>
            <a:ext cx="721172" cy="513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tx1">
                <a:lumMod val="65000"/>
                <a:lumOff val="35000"/>
              </a:schemeClr>
            </a:solidFill>
            <a:prstDash val="sysDash"/>
            <a:round/>
            <a:headEnd type="none" w="med" len="med"/>
            <a:tailEnd type="none" w="med" len="med"/>
          </a:ln>
        </p:spPr>
      </p:cxnSp>
      <p:cxnSp>
        <p:nvCxnSpPr>
          <p:cNvPr id="231" name="Google Shape;1538;p32">
            <a:extLst>
              <a:ext uri="{FF2B5EF4-FFF2-40B4-BE49-F238E27FC236}">
                <a16:creationId xmlns:a16="http://schemas.microsoft.com/office/drawing/2014/main" id="{9E89D4CD-F3CA-406C-0D33-93CB2FF0FF5D}"/>
              </a:ext>
            </a:extLst>
          </p:cNvPr>
          <p:cNvCxnSpPr>
            <a:cxnSpLocks/>
            <a:stCxn id="111" idx="3"/>
            <a:endCxn id="355" idx="1"/>
          </p:cNvCxnSpPr>
          <p:nvPr/>
        </p:nvCxnSpPr>
        <p:spPr>
          <a:xfrm>
            <a:off x="1087544" y="3122914"/>
            <a:ext cx="640247" cy="2036076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tx1">
                <a:lumMod val="65000"/>
                <a:lumOff val="35000"/>
              </a:schemeClr>
            </a:solidFill>
            <a:prstDash val="sysDash"/>
            <a:round/>
            <a:headEnd type="none" w="med" len="med"/>
            <a:tailEnd type="none" w="med" len="med"/>
          </a:ln>
        </p:spPr>
      </p:cxnSp>
      <p:sp>
        <p:nvSpPr>
          <p:cNvPr id="260" name="Google Shape;2260;p44">
            <a:extLst>
              <a:ext uri="{FF2B5EF4-FFF2-40B4-BE49-F238E27FC236}">
                <a16:creationId xmlns:a16="http://schemas.microsoft.com/office/drawing/2014/main" id="{CE6C3256-5F4C-C014-066E-56B1AE7C8D7E}"/>
              </a:ext>
            </a:extLst>
          </p:cNvPr>
          <p:cNvSpPr/>
          <p:nvPr/>
        </p:nvSpPr>
        <p:spPr>
          <a:xfrm>
            <a:off x="3933766" y="401552"/>
            <a:ext cx="4995022" cy="1443881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  <a:alpha val="250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63" name="Google Shape;2263;p44">
            <a:extLst>
              <a:ext uri="{FF2B5EF4-FFF2-40B4-BE49-F238E27FC236}">
                <a16:creationId xmlns:a16="http://schemas.microsoft.com/office/drawing/2014/main" id="{4B43D305-FC36-14AB-A4F8-10C31DF441EB}"/>
              </a:ext>
            </a:extLst>
          </p:cNvPr>
          <p:cNvSpPr txBox="1"/>
          <p:nvPr/>
        </p:nvSpPr>
        <p:spPr>
          <a:xfrm>
            <a:off x="4051030" y="494521"/>
            <a:ext cx="4689499" cy="127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000" indent="-31750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es-C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Hermitaño (2022):</a:t>
            </a:r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</a:t>
            </a:r>
            <a:r>
              <a:rPr lang="en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Riesgo: exposicion del capital a la incertidumbre de default.</a:t>
            </a:r>
            <a:endParaRPr lang="es-CO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  <a:p>
            <a:pPr marL="360000" lvl="0" indent="-317500" algn="l" rtl="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es-C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García-Vaquero (2011):</a:t>
            </a:r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Estabilidad financiera y nuevos modelos de negocio.</a:t>
            </a:r>
          </a:p>
          <a:p>
            <a:pPr marL="360000" lvl="0" indent="-317500" algn="l" rtl="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it-IT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Cornelli (2023):</a:t>
            </a:r>
            <a:r>
              <a:rPr lang="it-IT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</a:t>
            </a:r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Sector Tecno-Financiero con FinTech y BigTech.</a:t>
            </a: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285" name="Google Shape;2260;p44">
            <a:extLst>
              <a:ext uri="{FF2B5EF4-FFF2-40B4-BE49-F238E27FC236}">
                <a16:creationId xmlns:a16="http://schemas.microsoft.com/office/drawing/2014/main" id="{0149AB35-8DDC-A5A6-3A54-1ECEB3A7EA5A}"/>
              </a:ext>
            </a:extLst>
          </p:cNvPr>
          <p:cNvSpPr/>
          <p:nvPr/>
        </p:nvSpPr>
        <p:spPr>
          <a:xfrm>
            <a:off x="3933767" y="1979991"/>
            <a:ext cx="4995022" cy="2101312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  <a:alpha val="250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88" name="Google Shape;2263;p44">
            <a:extLst>
              <a:ext uri="{FF2B5EF4-FFF2-40B4-BE49-F238E27FC236}">
                <a16:creationId xmlns:a16="http://schemas.microsoft.com/office/drawing/2014/main" id="{4C3A6A52-32BE-C75C-6933-9EF807069799}"/>
              </a:ext>
            </a:extLst>
          </p:cNvPr>
          <p:cNvSpPr txBox="1"/>
          <p:nvPr/>
        </p:nvSpPr>
        <p:spPr>
          <a:xfrm>
            <a:off x="4051031" y="2039762"/>
            <a:ext cx="4689499" cy="1961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000" lvl="0" indent="-317500" algn="l" rtl="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es-C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Khandani (2010):</a:t>
            </a:r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Menores pérdidas financieras por default y mayor precisión en la predicción del riesgo.</a:t>
            </a:r>
          </a:p>
          <a:p>
            <a:pPr marL="360000" indent="-31750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es-MX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Huang (2023): </a:t>
            </a:r>
            <a:r>
              <a:rPr lang="es-MX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La automatización de decisiones y productividad.</a:t>
            </a:r>
          </a:p>
          <a:p>
            <a:pPr marL="360000" lvl="0" indent="-317500" algn="l" rtl="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es-C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Gunnarsson (2021): </a:t>
            </a:r>
            <a:r>
              <a:rPr lang="en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Ambiguedad de complejidad Deep Learning.</a:t>
            </a:r>
          </a:p>
          <a:p>
            <a:pPr marL="360000" indent="-31750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es-MX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Fuster (2021): </a:t>
            </a:r>
            <a:r>
              <a:rPr lang="es-MX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Decisiones de concesión discriminatorias.</a:t>
            </a:r>
            <a:endParaRPr lang="en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  <a:p>
            <a:pPr marL="360000" indent="-31750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es-C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Yeh, (2018) ; Lessmann (2015): </a:t>
            </a:r>
            <a:r>
              <a:rPr lang="en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Superioridad de RF, ANN y XGBoost.</a:t>
            </a:r>
          </a:p>
        </p:txBody>
      </p:sp>
      <p:sp>
        <p:nvSpPr>
          <p:cNvPr id="293" name="Google Shape;2260;p44">
            <a:extLst>
              <a:ext uri="{FF2B5EF4-FFF2-40B4-BE49-F238E27FC236}">
                <a16:creationId xmlns:a16="http://schemas.microsoft.com/office/drawing/2014/main" id="{0096D15C-1336-5589-305D-6D7EE7C00FA2}"/>
              </a:ext>
            </a:extLst>
          </p:cNvPr>
          <p:cNvSpPr/>
          <p:nvPr/>
        </p:nvSpPr>
        <p:spPr>
          <a:xfrm>
            <a:off x="3943707" y="4226767"/>
            <a:ext cx="4995022" cy="2155374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  <a:alpha val="2509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96" name="Google Shape;2263;p44">
            <a:extLst>
              <a:ext uri="{FF2B5EF4-FFF2-40B4-BE49-F238E27FC236}">
                <a16:creationId xmlns:a16="http://schemas.microsoft.com/office/drawing/2014/main" id="{195464EA-4C3B-82D7-510F-500D00778E10}"/>
              </a:ext>
            </a:extLst>
          </p:cNvPr>
          <p:cNvSpPr txBox="1"/>
          <p:nvPr/>
        </p:nvSpPr>
        <p:spPr>
          <a:xfrm>
            <a:off x="4051031" y="4343722"/>
            <a:ext cx="4689499" cy="192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000" lvl="0" indent="-317500" algn="l" rtl="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es-MX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Agarwal (2020): </a:t>
            </a:r>
            <a:r>
              <a:rPr lang="es-MX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Huellas móviles y datos no financieros.</a:t>
            </a: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  <a:p>
            <a:pPr marL="360000" indent="-31750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es-MX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Gambacorta (2024):</a:t>
            </a:r>
            <a:r>
              <a:rPr lang="es-MX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Inclusión financiera para perfiles sin historial tradicional.</a:t>
            </a:r>
          </a:p>
          <a:p>
            <a:pPr marL="360000" indent="-31750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es-C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Óskarsdóttir (2019): </a:t>
            </a:r>
            <a:r>
              <a:rPr lang="en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Datos de telecomunicaciones mejoran calificacion.</a:t>
            </a:r>
          </a:p>
          <a:p>
            <a:pPr marL="360000" indent="-31750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es-C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Huang (2023) ; Gu (2024): </a:t>
            </a:r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Combinación de ambos enfoques de datos.</a:t>
            </a:r>
          </a:p>
          <a:p>
            <a:pPr marL="360000" lvl="0" indent="-317500" algn="l" rtl="0">
              <a:spcBef>
                <a:spcPts val="50"/>
              </a:spcBef>
              <a:spcAft>
                <a:spcPts val="50"/>
              </a:spcAft>
              <a:buSzPts val="1400"/>
              <a:buFont typeface="Roboto"/>
              <a:buChar char="●"/>
            </a:pPr>
            <a:r>
              <a:rPr lang="es-C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Bookstaber (2016) ; Óskarsdóttir (2021): </a:t>
            </a:r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Propagación del riesgo a través de redes</a:t>
            </a:r>
          </a:p>
        </p:txBody>
      </p:sp>
      <p:sp>
        <p:nvSpPr>
          <p:cNvPr id="344" name="Google Shape;1437;p32">
            <a:extLst>
              <a:ext uri="{FF2B5EF4-FFF2-40B4-BE49-F238E27FC236}">
                <a16:creationId xmlns:a16="http://schemas.microsoft.com/office/drawing/2014/main" id="{4F02A509-07EE-5F7D-342A-DA1444DEBBC9}"/>
              </a:ext>
            </a:extLst>
          </p:cNvPr>
          <p:cNvSpPr/>
          <p:nvPr/>
        </p:nvSpPr>
        <p:spPr>
          <a:xfrm>
            <a:off x="1732370" y="2672401"/>
            <a:ext cx="1698890" cy="900000"/>
          </a:xfrm>
          <a:prstGeom prst="roundRect">
            <a:avLst>
              <a:gd name="adj" fmla="val 10110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46" name="Google Shape;1531;p32">
            <a:extLst>
              <a:ext uri="{FF2B5EF4-FFF2-40B4-BE49-F238E27FC236}">
                <a16:creationId xmlns:a16="http://schemas.microsoft.com/office/drawing/2014/main" id="{53E64F62-3C31-3410-F476-9A5550EB8C59}"/>
              </a:ext>
            </a:extLst>
          </p:cNvPr>
          <p:cNvSpPr txBox="1"/>
          <p:nvPr/>
        </p:nvSpPr>
        <p:spPr>
          <a:xfrm>
            <a:off x="2291005" y="2910130"/>
            <a:ext cx="1030693" cy="42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s-CO" sz="1600" b="1" kern="0" dirty="0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Machine </a:t>
            </a:r>
          </a:p>
          <a:p>
            <a:pPr algn="r">
              <a:buClr>
                <a:srgbClr val="000000"/>
              </a:buClr>
              <a:buFont typeface="Arial"/>
              <a:buNone/>
            </a:pPr>
            <a:r>
              <a:rPr lang="es-CO" sz="1600" b="1" kern="0" dirty="0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Learning</a:t>
            </a:r>
          </a:p>
        </p:txBody>
      </p:sp>
      <p:sp>
        <p:nvSpPr>
          <p:cNvPr id="355" name="Google Shape;1437;p32">
            <a:extLst>
              <a:ext uri="{FF2B5EF4-FFF2-40B4-BE49-F238E27FC236}">
                <a16:creationId xmlns:a16="http://schemas.microsoft.com/office/drawing/2014/main" id="{12DB1969-D53E-3568-468E-8F48D95AC3E5}"/>
              </a:ext>
            </a:extLst>
          </p:cNvPr>
          <p:cNvSpPr/>
          <p:nvPr/>
        </p:nvSpPr>
        <p:spPr>
          <a:xfrm>
            <a:off x="1727791" y="4708990"/>
            <a:ext cx="1698890" cy="900000"/>
          </a:xfrm>
          <a:prstGeom prst="roundRect">
            <a:avLst>
              <a:gd name="adj" fmla="val 10110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7" name="Google Shape;1531;p32">
            <a:extLst>
              <a:ext uri="{FF2B5EF4-FFF2-40B4-BE49-F238E27FC236}">
                <a16:creationId xmlns:a16="http://schemas.microsoft.com/office/drawing/2014/main" id="{C491A411-78B7-8C5D-BAEC-254DCD63945C}"/>
              </a:ext>
            </a:extLst>
          </p:cNvPr>
          <p:cNvSpPr txBox="1"/>
          <p:nvPr/>
        </p:nvSpPr>
        <p:spPr>
          <a:xfrm>
            <a:off x="2238309" y="4946719"/>
            <a:ext cx="1171289" cy="42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s-CO" sz="1600" b="1" kern="0" dirty="0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Enfoques Alternativos</a:t>
            </a:r>
          </a:p>
        </p:txBody>
      </p:sp>
      <p:grpSp>
        <p:nvGrpSpPr>
          <p:cNvPr id="372" name="Google Shape;2018;p39">
            <a:extLst>
              <a:ext uri="{FF2B5EF4-FFF2-40B4-BE49-F238E27FC236}">
                <a16:creationId xmlns:a16="http://schemas.microsoft.com/office/drawing/2014/main" id="{51020800-B07D-FFAA-2571-9EEDF0FCFFCD}"/>
              </a:ext>
            </a:extLst>
          </p:cNvPr>
          <p:cNvGrpSpPr/>
          <p:nvPr/>
        </p:nvGrpSpPr>
        <p:grpSpPr>
          <a:xfrm>
            <a:off x="1559727" y="680293"/>
            <a:ext cx="1056992" cy="999371"/>
            <a:chOff x="5234624" y="2105013"/>
            <a:chExt cx="771000" cy="771000"/>
          </a:xfrm>
        </p:grpSpPr>
        <p:sp>
          <p:nvSpPr>
            <p:cNvPr id="373" name="Google Shape;2019;p39">
              <a:extLst>
                <a:ext uri="{FF2B5EF4-FFF2-40B4-BE49-F238E27FC236}">
                  <a16:creationId xmlns:a16="http://schemas.microsoft.com/office/drawing/2014/main" id="{4550DDE6-E639-F7D3-9460-CFAB8EB945DD}"/>
                </a:ext>
              </a:extLst>
            </p:cNvPr>
            <p:cNvSpPr/>
            <p:nvPr/>
          </p:nvSpPr>
          <p:spPr>
            <a:xfrm>
              <a:off x="5234624" y="2105013"/>
              <a:ext cx="771000" cy="771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374" name="Google Shape;2020;p39">
              <a:extLst>
                <a:ext uri="{FF2B5EF4-FFF2-40B4-BE49-F238E27FC236}">
                  <a16:creationId xmlns:a16="http://schemas.microsoft.com/office/drawing/2014/main" id="{D6FF7EDD-A345-A88F-4F6D-20F29F048263}"/>
                </a:ext>
              </a:extLst>
            </p:cNvPr>
            <p:cNvGrpSpPr/>
            <p:nvPr/>
          </p:nvGrpSpPr>
          <p:grpSpPr>
            <a:xfrm>
              <a:off x="5442832" y="2312784"/>
              <a:ext cx="354599" cy="355453"/>
              <a:chOff x="-3771675" y="3971775"/>
              <a:chExt cx="291300" cy="292025"/>
            </a:xfrm>
          </p:grpSpPr>
          <p:sp>
            <p:nvSpPr>
              <p:cNvPr id="375" name="Google Shape;2021;p39">
                <a:extLst>
                  <a:ext uri="{FF2B5EF4-FFF2-40B4-BE49-F238E27FC236}">
                    <a16:creationId xmlns:a16="http://schemas.microsoft.com/office/drawing/2014/main" id="{CCD57AFE-2E3F-7208-31B0-6766F8A62583}"/>
                  </a:ext>
                </a:extLst>
              </p:cNvPr>
              <p:cNvSpPr/>
              <p:nvPr/>
            </p:nvSpPr>
            <p:spPr>
              <a:xfrm>
                <a:off x="-3770100" y="3971775"/>
                <a:ext cx="21897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8759" h="2671" extrusionOk="0">
                    <a:moveTo>
                      <a:pt x="4391" y="0"/>
                    </a:moveTo>
                    <a:cubicBezTo>
                      <a:pt x="2410" y="0"/>
                      <a:pt x="426" y="449"/>
                      <a:pt x="0" y="1347"/>
                    </a:cubicBezTo>
                    <a:cubicBezTo>
                      <a:pt x="426" y="2229"/>
                      <a:pt x="2410" y="2670"/>
                      <a:pt x="4391" y="2670"/>
                    </a:cubicBezTo>
                    <a:cubicBezTo>
                      <a:pt x="6372" y="2670"/>
                      <a:pt x="8349" y="2229"/>
                      <a:pt x="8759" y="1347"/>
                    </a:cubicBezTo>
                    <a:cubicBezTo>
                      <a:pt x="8349" y="449"/>
                      <a:pt x="6372" y="0"/>
                      <a:pt x="4391" y="0"/>
                    </a:cubicBezTo>
                    <a:close/>
                  </a:path>
                </a:pathLst>
              </a:custGeom>
              <a:solidFill>
                <a:srgbClr val="CE29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2022;p39">
                <a:extLst>
                  <a:ext uri="{FF2B5EF4-FFF2-40B4-BE49-F238E27FC236}">
                    <a16:creationId xmlns:a16="http://schemas.microsoft.com/office/drawing/2014/main" id="{46BB7D1A-FAED-3B03-8B81-88FDC06B4C5A}"/>
                  </a:ext>
                </a:extLst>
              </p:cNvPr>
              <p:cNvSpPr/>
              <p:nvPr/>
            </p:nvSpPr>
            <p:spPr>
              <a:xfrm>
                <a:off x="-3771675" y="4030650"/>
                <a:ext cx="222125" cy="78000"/>
              </a:xfrm>
              <a:custGeom>
                <a:avLst/>
                <a:gdLst/>
                <a:ahLst/>
                <a:cxnLst/>
                <a:rect l="l" t="t" r="r" b="b"/>
                <a:pathLst>
                  <a:path w="8885" h="3120" extrusionOk="0">
                    <a:moveTo>
                      <a:pt x="0" y="0"/>
                    </a:moveTo>
                    <a:lnTo>
                      <a:pt x="0" y="1418"/>
                    </a:lnTo>
                    <a:cubicBezTo>
                      <a:pt x="0" y="2521"/>
                      <a:pt x="2048" y="3088"/>
                      <a:pt x="4127" y="3119"/>
                    </a:cubicBezTo>
                    <a:cubicBezTo>
                      <a:pt x="4915" y="1891"/>
                      <a:pt x="6301" y="1103"/>
                      <a:pt x="7877" y="1103"/>
                    </a:cubicBezTo>
                    <a:cubicBezTo>
                      <a:pt x="8223" y="1103"/>
                      <a:pt x="8570" y="1135"/>
                      <a:pt x="8885" y="1229"/>
                    </a:cubicBezTo>
                    <a:lnTo>
                      <a:pt x="8885" y="0"/>
                    </a:lnTo>
                    <a:cubicBezTo>
                      <a:pt x="7908" y="788"/>
                      <a:pt x="6112" y="1072"/>
                      <a:pt x="4443" y="1072"/>
                    </a:cubicBezTo>
                    <a:cubicBezTo>
                      <a:pt x="2804" y="1072"/>
                      <a:pt x="977" y="757"/>
                      <a:pt x="0" y="0"/>
                    </a:cubicBezTo>
                    <a:close/>
                  </a:path>
                </a:pathLst>
              </a:custGeom>
              <a:solidFill>
                <a:srgbClr val="CE29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2023;p39">
                <a:extLst>
                  <a:ext uri="{FF2B5EF4-FFF2-40B4-BE49-F238E27FC236}">
                    <a16:creationId xmlns:a16="http://schemas.microsoft.com/office/drawing/2014/main" id="{A5FA1309-FB27-29C8-443A-364221CA964F}"/>
                  </a:ext>
                </a:extLst>
              </p:cNvPr>
              <p:cNvSpPr/>
              <p:nvPr/>
            </p:nvSpPr>
            <p:spPr>
              <a:xfrm>
                <a:off x="-3669425" y="4074750"/>
                <a:ext cx="189050" cy="189050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7562" extrusionOk="0">
                    <a:moveTo>
                      <a:pt x="5501" y="2732"/>
                    </a:moveTo>
                    <a:cubicBezTo>
                      <a:pt x="5748" y="2732"/>
                      <a:pt x="6008" y="3067"/>
                      <a:pt x="5766" y="3309"/>
                    </a:cubicBezTo>
                    <a:lnTo>
                      <a:pt x="3718" y="5356"/>
                    </a:lnTo>
                    <a:cubicBezTo>
                      <a:pt x="3655" y="5420"/>
                      <a:pt x="3568" y="5451"/>
                      <a:pt x="3482" y="5451"/>
                    </a:cubicBezTo>
                    <a:cubicBezTo>
                      <a:pt x="3395" y="5451"/>
                      <a:pt x="3308" y="5420"/>
                      <a:pt x="3245" y="5356"/>
                    </a:cubicBezTo>
                    <a:lnTo>
                      <a:pt x="1859" y="4002"/>
                    </a:lnTo>
                    <a:cubicBezTo>
                      <a:pt x="1617" y="3760"/>
                      <a:pt x="1840" y="3425"/>
                      <a:pt x="2099" y="3425"/>
                    </a:cubicBezTo>
                    <a:cubicBezTo>
                      <a:pt x="2177" y="3425"/>
                      <a:pt x="2259" y="3456"/>
                      <a:pt x="2332" y="3529"/>
                    </a:cubicBezTo>
                    <a:lnTo>
                      <a:pt x="3466" y="4663"/>
                    </a:lnTo>
                    <a:lnTo>
                      <a:pt x="5293" y="2836"/>
                    </a:lnTo>
                    <a:cubicBezTo>
                      <a:pt x="5352" y="2763"/>
                      <a:pt x="5426" y="2732"/>
                      <a:pt x="5501" y="2732"/>
                    </a:cubicBezTo>
                    <a:close/>
                    <a:moveTo>
                      <a:pt x="3781" y="1"/>
                    </a:moveTo>
                    <a:cubicBezTo>
                      <a:pt x="1702" y="1"/>
                      <a:pt x="0" y="1702"/>
                      <a:pt x="0" y="3781"/>
                    </a:cubicBezTo>
                    <a:cubicBezTo>
                      <a:pt x="0" y="5892"/>
                      <a:pt x="1702" y="7562"/>
                      <a:pt x="3781" y="7562"/>
                    </a:cubicBezTo>
                    <a:cubicBezTo>
                      <a:pt x="5860" y="7562"/>
                      <a:pt x="7562" y="5892"/>
                      <a:pt x="7562" y="3781"/>
                    </a:cubicBezTo>
                    <a:cubicBezTo>
                      <a:pt x="7562" y="1702"/>
                      <a:pt x="5860" y="1"/>
                      <a:pt x="3781" y="1"/>
                    </a:cubicBezTo>
                    <a:close/>
                  </a:path>
                </a:pathLst>
              </a:custGeom>
              <a:solidFill>
                <a:srgbClr val="CE29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2024;p39">
                <a:extLst>
                  <a:ext uri="{FF2B5EF4-FFF2-40B4-BE49-F238E27FC236}">
                    <a16:creationId xmlns:a16="http://schemas.microsoft.com/office/drawing/2014/main" id="{6AEDA233-67E0-D07F-A157-1DFA33E9E57A}"/>
                  </a:ext>
                </a:extLst>
              </p:cNvPr>
              <p:cNvSpPr/>
              <p:nvPr/>
            </p:nvSpPr>
            <p:spPr>
              <a:xfrm>
                <a:off x="-3771675" y="4099950"/>
                <a:ext cx="94525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3781" h="3057" extrusionOk="0">
                    <a:moveTo>
                      <a:pt x="0" y="1"/>
                    </a:moveTo>
                    <a:lnTo>
                      <a:pt x="0" y="1419"/>
                    </a:lnTo>
                    <a:cubicBezTo>
                      <a:pt x="0" y="2364"/>
                      <a:pt x="1607" y="2899"/>
                      <a:pt x="3434" y="3057"/>
                    </a:cubicBezTo>
                    <a:cubicBezTo>
                      <a:pt x="3371" y="2364"/>
                      <a:pt x="3497" y="1671"/>
                      <a:pt x="3781" y="1040"/>
                    </a:cubicBezTo>
                    <a:cubicBezTo>
                      <a:pt x="2332" y="977"/>
                      <a:pt x="819" y="662"/>
                      <a:pt x="0" y="1"/>
                    </a:cubicBezTo>
                    <a:close/>
                  </a:path>
                </a:pathLst>
              </a:custGeom>
              <a:solidFill>
                <a:srgbClr val="CE29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2025;p39">
                <a:extLst>
                  <a:ext uri="{FF2B5EF4-FFF2-40B4-BE49-F238E27FC236}">
                    <a16:creationId xmlns:a16="http://schemas.microsoft.com/office/drawing/2014/main" id="{4BD4D424-5D0E-D91B-E797-8A32A275E422}"/>
                  </a:ext>
                </a:extLst>
              </p:cNvPr>
              <p:cNvSpPr/>
              <p:nvPr/>
            </p:nvSpPr>
            <p:spPr>
              <a:xfrm>
                <a:off x="-3771675" y="4167700"/>
                <a:ext cx="135500" cy="95325"/>
              </a:xfrm>
              <a:custGeom>
                <a:avLst/>
                <a:gdLst/>
                <a:ahLst/>
                <a:cxnLst/>
                <a:rect l="l" t="t" r="r" b="b"/>
                <a:pathLst>
                  <a:path w="5420" h="3813" extrusionOk="0">
                    <a:moveTo>
                      <a:pt x="0" y="0"/>
                    </a:moveTo>
                    <a:lnTo>
                      <a:pt x="0" y="2111"/>
                    </a:lnTo>
                    <a:cubicBezTo>
                      <a:pt x="0" y="3277"/>
                      <a:pt x="2237" y="3812"/>
                      <a:pt x="4443" y="3812"/>
                    </a:cubicBezTo>
                    <a:cubicBezTo>
                      <a:pt x="4789" y="3812"/>
                      <a:pt x="5104" y="3812"/>
                      <a:pt x="5419" y="3781"/>
                    </a:cubicBezTo>
                    <a:cubicBezTo>
                      <a:pt x="4474" y="3151"/>
                      <a:pt x="3781" y="2206"/>
                      <a:pt x="3529" y="1071"/>
                    </a:cubicBezTo>
                    <a:cubicBezTo>
                      <a:pt x="2174" y="977"/>
                      <a:pt x="788" y="662"/>
                      <a:pt x="0" y="0"/>
                    </a:cubicBezTo>
                    <a:close/>
                  </a:path>
                </a:pathLst>
              </a:custGeom>
              <a:solidFill>
                <a:srgbClr val="CE29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88" name="Google Shape;758;p23">
            <a:extLst>
              <a:ext uri="{FF2B5EF4-FFF2-40B4-BE49-F238E27FC236}">
                <a16:creationId xmlns:a16="http://schemas.microsoft.com/office/drawing/2014/main" id="{8D31CCB7-0C24-E0CF-0BCB-E37BDF0E78B9}"/>
              </a:ext>
            </a:extLst>
          </p:cNvPr>
          <p:cNvGrpSpPr/>
          <p:nvPr/>
        </p:nvGrpSpPr>
        <p:grpSpPr>
          <a:xfrm>
            <a:off x="1846610" y="2847255"/>
            <a:ext cx="563752" cy="562308"/>
            <a:chOff x="-44512325" y="3176075"/>
            <a:chExt cx="300900" cy="300900"/>
          </a:xfrm>
          <a:solidFill>
            <a:srgbClr val="CE295E"/>
          </a:solidFill>
        </p:grpSpPr>
        <p:sp>
          <p:nvSpPr>
            <p:cNvPr id="389" name="Google Shape;759;p23">
              <a:extLst>
                <a:ext uri="{FF2B5EF4-FFF2-40B4-BE49-F238E27FC236}">
                  <a16:creationId xmlns:a16="http://schemas.microsoft.com/office/drawing/2014/main" id="{0BE77DBF-432E-5D5A-00AA-FD87FD8A9EF3}"/>
                </a:ext>
              </a:extLst>
            </p:cNvPr>
            <p:cNvSpPr/>
            <p:nvPr/>
          </p:nvSpPr>
          <p:spPr>
            <a:xfrm>
              <a:off x="-44512325" y="317607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" name="Google Shape;760;p23">
              <a:extLst>
                <a:ext uri="{FF2B5EF4-FFF2-40B4-BE49-F238E27FC236}">
                  <a16:creationId xmlns:a16="http://schemas.microsoft.com/office/drawing/2014/main" id="{03A15C4B-B6F7-7783-466E-2EA1DD6F2F26}"/>
                </a:ext>
              </a:extLst>
            </p:cNvPr>
            <p:cNvSpPr/>
            <p:nvPr/>
          </p:nvSpPr>
          <p:spPr>
            <a:xfrm>
              <a:off x="-44369750" y="33178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761;p23">
              <a:extLst>
                <a:ext uri="{FF2B5EF4-FFF2-40B4-BE49-F238E27FC236}">
                  <a16:creationId xmlns:a16="http://schemas.microsoft.com/office/drawing/2014/main" id="{076F2DD9-2FE5-FE6F-A49A-3EC6B1DB6FF8}"/>
                </a:ext>
              </a:extLst>
            </p:cNvPr>
            <p:cNvSpPr/>
            <p:nvPr/>
          </p:nvSpPr>
          <p:spPr>
            <a:xfrm>
              <a:off x="-44411500" y="3275325"/>
              <a:ext cx="100825" cy="102400"/>
            </a:xfrm>
            <a:custGeom>
              <a:avLst/>
              <a:gdLst/>
              <a:ahLst/>
              <a:cxnLst/>
              <a:rect l="l" t="t" r="r" b="b"/>
              <a:pathLst>
                <a:path w="4033" h="4096" extrusionOk="0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420" name="Gráfico 419" descr="Repeat con relleno sólido">
            <a:extLst>
              <a:ext uri="{FF2B5EF4-FFF2-40B4-BE49-F238E27FC236}">
                <a16:creationId xmlns:a16="http://schemas.microsoft.com/office/drawing/2014/main" id="{82EA29C2-01BD-4C9D-38F0-00195B834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2112" y="4839117"/>
            <a:ext cx="576000" cy="576000"/>
          </a:xfrm>
          <a:prstGeom prst="rect">
            <a:avLst/>
          </a:prstGeom>
        </p:spPr>
      </p:pic>
      <p:cxnSp>
        <p:nvCxnSpPr>
          <p:cNvPr id="422" name="Google Shape;1537;p32">
            <a:extLst>
              <a:ext uri="{FF2B5EF4-FFF2-40B4-BE49-F238E27FC236}">
                <a16:creationId xmlns:a16="http://schemas.microsoft.com/office/drawing/2014/main" id="{DEA17A71-882B-C060-7476-25C966711314}"/>
              </a:ext>
            </a:extLst>
          </p:cNvPr>
          <p:cNvCxnSpPr>
            <a:cxnSpLocks/>
            <a:stCxn id="110" idx="3"/>
            <a:endCxn id="260" idx="1"/>
          </p:cNvCxnSpPr>
          <p:nvPr/>
        </p:nvCxnSpPr>
        <p:spPr>
          <a:xfrm flipV="1">
            <a:off x="3426681" y="1123493"/>
            <a:ext cx="507085" cy="60451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tx1">
                <a:lumMod val="65000"/>
                <a:lumOff val="35000"/>
              </a:schemeClr>
            </a:solidFill>
            <a:prstDash val="sysDash"/>
            <a:round/>
            <a:headEnd type="none" w="med" len="med"/>
            <a:tailEnd type="none" w="med" len="med"/>
          </a:ln>
        </p:spPr>
      </p:cxnSp>
      <p:cxnSp>
        <p:nvCxnSpPr>
          <p:cNvPr id="440" name="Google Shape;1537;p32">
            <a:extLst>
              <a:ext uri="{FF2B5EF4-FFF2-40B4-BE49-F238E27FC236}">
                <a16:creationId xmlns:a16="http://schemas.microsoft.com/office/drawing/2014/main" id="{9B4C9E65-515C-51D7-CE56-46F04C895B01}"/>
              </a:ext>
            </a:extLst>
          </p:cNvPr>
          <p:cNvCxnSpPr>
            <a:cxnSpLocks/>
          </p:cNvCxnSpPr>
          <p:nvPr/>
        </p:nvCxnSpPr>
        <p:spPr>
          <a:xfrm>
            <a:off x="3426681" y="5158990"/>
            <a:ext cx="507087" cy="145464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tx1">
                <a:lumMod val="65000"/>
                <a:lumOff val="35000"/>
              </a:schemeClr>
            </a:solidFill>
            <a:prstDash val="sysDash"/>
            <a:round/>
            <a:headEnd type="none" w="med" len="med"/>
            <a:tailEnd type="none" w="med" len="med"/>
          </a:ln>
        </p:spPr>
      </p:cxnSp>
      <p:cxnSp>
        <p:nvCxnSpPr>
          <p:cNvPr id="443" name="Google Shape;1537;p32">
            <a:extLst>
              <a:ext uri="{FF2B5EF4-FFF2-40B4-BE49-F238E27FC236}">
                <a16:creationId xmlns:a16="http://schemas.microsoft.com/office/drawing/2014/main" id="{55C5B9C2-9A3C-BE45-6CAE-3E16A24035E8}"/>
              </a:ext>
            </a:extLst>
          </p:cNvPr>
          <p:cNvCxnSpPr>
            <a:cxnSpLocks/>
            <a:stCxn id="344" idx="3"/>
            <a:endCxn id="285" idx="1"/>
          </p:cNvCxnSpPr>
          <p:nvPr/>
        </p:nvCxnSpPr>
        <p:spPr>
          <a:xfrm flipV="1">
            <a:off x="3431260" y="3030647"/>
            <a:ext cx="502507" cy="91754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tx1">
                <a:lumMod val="65000"/>
                <a:lumOff val="35000"/>
              </a:schemeClr>
            </a:solidFill>
            <a:prstDash val="sysDash"/>
            <a:round/>
            <a:headEnd type="none" w="med" len="med"/>
            <a:tailEnd type="none" w="med" len="med"/>
          </a:ln>
        </p:spPr>
      </p:cxnSp>
      <p:graphicFrame>
        <p:nvGraphicFramePr>
          <p:cNvPr id="2154" name="Gráfico 2153">
            <a:extLst>
              <a:ext uri="{FF2B5EF4-FFF2-40B4-BE49-F238E27FC236}">
                <a16:creationId xmlns:a16="http://schemas.microsoft.com/office/drawing/2014/main" id="{FE0D2BA5-7096-43AE-36CC-3A616F18B6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1520097"/>
              </p:ext>
            </p:extLst>
          </p:nvPr>
        </p:nvGraphicFramePr>
        <p:xfrm>
          <a:off x="9055993" y="1014890"/>
          <a:ext cx="2940537" cy="4789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92003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FC3B54FF-9A8D-33D8-C71C-E42F65F66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19264" y="924560"/>
            <a:ext cx="5078095" cy="5377566"/>
          </a:xfrm>
          <a:prstGeom prst="rect">
            <a:avLst/>
          </a:prstGeom>
          <a:pattFill prst="ltDnDiag">
            <a:fgClr>
              <a:srgbClr val="FFE6E6"/>
            </a:fgClr>
            <a:bgClr>
              <a:srgbClr val="FFFFFF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9CA18EFC-F112-2BBD-FFC2-22592C4270A8}"/>
              </a:ext>
            </a:extLst>
          </p:cNvPr>
          <p:cNvSpPr txBox="1">
            <a:spLocks/>
          </p:cNvSpPr>
          <p:nvPr/>
        </p:nvSpPr>
        <p:spPr>
          <a:xfrm>
            <a:off x="579120" y="417374"/>
            <a:ext cx="11074399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all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j-ea"/>
                <a:cs typeface="+mj-cs"/>
              </a:rPr>
              <a:t>CARACTERIZACION DE DATOS</a:t>
            </a:r>
          </a:p>
        </p:txBody>
      </p:sp>
      <p:graphicFrame>
        <p:nvGraphicFramePr>
          <p:cNvPr id="18" name="Diagrama 17">
            <a:extLst>
              <a:ext uri="{FF2B5EF4-FFF2-40B4-BE49-F238E27FC236}">
                <a16:creationId xmlns:a16="http://schemas.microsoft.com/office/drawing/2014/main" id="{83084D00-E160-AB6E-7D4B-049B3C40B9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6223142"/>
              </p:ext>
            </p:extLst>
          </p:nvPr>
        </p:nvGraphicFramePr>
        <p:xfrm>
          <a:off x="7051039" y="1108074"/>
          <a:ext cx="4714241" cy="5085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" name="Imagen 19">
            <a:extLst>
              <a:ext uri="{FF2B5EF4-FFF2-40B4-BE49-F238E27FC236}">
                <a16:creationId xmlns:a16="http://schemas.microsoft.com/office/drawing/2014/main" id="{2545AEA8-648A-8F26-244D-7FEF59B080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0986" y="4344850"/>
            <a:ext cx="2674649" cy="1750322"/>
          </a:xfrm>
          <a:prstGeom prst="rect">
            <a:avLst/>
          </a:prstGeom>
        </p:spPr>
      </p:pic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779DAEF2-33F9-E4B2-ECAD-A2BC28A4D7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672643"/>
              </p:ext>
            </p:extLst>
          </p:nvPr>
        </p:nvGraphicFramePr>
        <p:xfrm>
          <a:off x="422276" y="923925"/>
          <a:ext cx="6648044" cy="6111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9" imgW="6444255" imgH="5926525" progId="Word.Document.12">
                  <p:embed/>
                </p:oleObj>
              </mc:Choice>
              <mc:Fallback>
                <p:oleObj name="Document" r:id="rId9" imgW="6444255" imgH="5926525" progId="Word.Document.12">
                  <p:embed/>
                  <p:pic>
                    <p:nvPicPr>
                      <p:cNvPr id="23" name="Objeto 22">
                        <a:extLst>
                          <a:ext uri="{FF2B5EF4-FFF2-40B4-BE49-F238E27FC236}">
                            <a16:creationId xmlns:a16="http://schemas.microsoft.com/office/drawing/2014/main" id="{779DAEF2-33F9-E4B2-ECAD-A2BC28A4D7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2276" y="923925"/>
                        <a:ext cx="6648044" cy="6111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uadroTexto 23">
            <a:extLst>
              <a:ext uri="{FF2B5EF4-FFF2-40B4-BE49-F238E27FC236}">
                <a16:creationId xmlns:a16="http://schemas.microsoft.com/office/drawing/2014/main" id="{F170F75C-94CF-8533-860B-7F90961B82B5}"/>
              </a:ext>
            </a:extLst>
          </p:cNvPr>
          <p:cNvSpPr txBox="1"/>
          <p:nvPr/>
        </p:nvSpPr>
        <p:spPr>
          <a:xfrm>
            <a:off x="1702275" y="6280992"/>
            <a:ext cx="39411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Give Me Some Credit: Recuperado de Kaggle.com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8AD67-5AA4-441A-BB82-472C28841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145"/>
            <a:ext cx="10515600" cy="332399"/>
          </a:xfrm>
        </p:spPr>
        <p:txBody>
          <a:bodyPr rtlCol="0"/>
          <a:lstStyle/>
          <a:p>
            <a:pPr rtl="0"/>
            <a:r>
              <a:rPr lang="es-ES" sz="2400" b="1" dirty="0"/>
              <a:t>METODOLOGIA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6CA378-A42F-4D9C-A19A-0115D50F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D50806-BABF-4915-9689-3B9956D1C75C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91550221-8258-42F2-8C5D-7698C3085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4800" y="1147974"/>
            <a:ext cx="3419021" cy="1620000"/>
            <a:chOff x="304800" y="1577182"/>
            <a:chExt cx="3419021" cy="1923694"/>
          </a:xfrm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CDADA208-E23E-4B7A-8B30-503644571020}"/>
                </a:ext>
              </a:extLst>
            </p:cNvPr>
            <p:cNvSpPr/>
            <p:nvPr/>
          </p:nvSpPr>
          <p:spPr>
            <a:xfrm>
              <a:off x="304800" y="1577182"/>
              <a:ext cx="3419021" cy="1234675"/>
            </a:xfrm>
            <a:prstGeom prst="rect">
              <a:avLst/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 (Títulos)"/>
                </a:rPr>
                <a:t>Búsqueda Local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5AF9DE5-C8D3-43F1-8647-AA7713F1FCEF}"/>
                </a:ext>
              </a:extLst>
            </p:cNvPr>
            <p:cNvSpPr/>
            <p:nvPr/>
          </p:nvSpPr>
          <p:spPr>
            <a:xfrm>
              <a:off x="304800" y="2832765"/>
              <a:ext cx="3419021" cy="668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s-CO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</a:t>
              </a:r>
              <a:r>
                <a:rPr lang="es-CO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ncontrar la combinación óptima de variables.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s-CO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Predecir el default crediticio (SeriousDlqin2yrs</a:t>
              </a:r>
              <a:r>
                <a:rPr lang="es-CO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).</a:t>
              </a:r>
              <a:endParaRPr lang="es-CO" sz="1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6" name="Elipse 5">
            <a:extLst>
              <a:ext uri="{FF2B5EF4-FFF2-40B4-BE49-F238E27FC236}">
                <a16:creationId xmlns:a16="http://schemas.microsoft.com/office/drawing/2014/main" id="{97C50A8E-3918-4827-975A-99A3EAB66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85698" y="813037"/>
            <a:ext cx="657225" cy="658800"/>
          </a:xfrm>
          <a:prstGeom prst="ellipse">
            <a:avLst/>
          </a:prstGeom>
          <a:solidFill>
            <a:srgbClr val="CE295E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82DC834D-A801-489D-B18E-A3C9646F4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86092" y="1147155"/>
            <a:ext cx="3419021" cy="1620000"/>
            <a:chOff x="304800" y="1577183"/>
            <a:chExt cx="3419021" cy="1960792"/>
          </a:xfrm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0A0A31DB-DD27-4F64-AB8C-EC7887B70CFD}"/>
                </a:ext>
              </a:extLst>
            </p:cNvPr>
            <p:cNvSpPr/>
            <p:nvPr/>
          </p:nvSpPr>
          <p:spPr>
            <a:xfrm>
              <a:off x="304800" y="1577183"/>
              <a:ext cx="3419021" cy="12722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 (Títulos)"/>
                </a:rPr>
                <a:t>Cross Entropy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AC6A4160-8BE0-4F42-8528-A692DB7BDCCE}"/>
                </a:ext>
              </a:extLst>
            </p:cNvPr>
            <p:cNvSpPr/>
            <p:nvPr/>
          </p:nvSpPr>
          <p:spPr>
            <a:xfrm>
              <a:off x="304800" y="2832587"/>
              <a:ext cx="3419021" cy="705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s-CO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</a:t>
              </a:r>
              <a:r>
                <a:rPr lang="es-CO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emuestreo adaptativo para optimización de combinaciones de variables binarias.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s-CO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Probabilidades de eventos raros (Laguna, 2009).</a:t>
              </a:r>
              <a:endPara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48" name="Elipse 47">
            <a:extLst>
              <a:ext uri="{FF2B5EF4-FFF2-40B4-BE49-F238E27FC236}">
                <a16:creationId xmlns:a16="http://schemas.microsoft.com/office/drawing/2014/main" id="{151F8D54-5195-4686-B421-E1F7E4D42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7387" y="782556"/>
            <a:ext cx="657225" cy="658800"/>
          </a:xfrm>
          <a:prstGeom prst="ellipse">
            <a:avLst/>
          </a:prstGeom>
          <a:solidFill>
            <a:srgbClr val="404040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BF061177-3A0B-4D94-95FF-46770B8B2E9B}"/>
              </a:ext>
            </a:extLst>
          </p:cNvPr>
          <p:cNvSpPr/>
          <p:nvPr/>
        </p:nvSpPr>
        <p:spPr>
          <a:xfrm>
            <a:off x="8439392" y="1149122"/>
            <a:ext cx="3419021" cy="1035244"/>
          </a:xfrm>
          <a:prstGeom prst="rect">
            <a:avLst/>
          </a:prstGeom>
          <a:solidFill>
            <a:srgbClr val="CE2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Machine Learning</a:t>
            </a:r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C441B089-8C78-493A-B640-E4942D9BE68E}"/>
              </a:ext>
            </a:extLst>
          </p:cNvPr>
          <p:cNvSpPr/>
          <p:nvPr/>
        </p:nvSpPr>
        <p:spPr>
          <a:xfrm>
            <a:off x="8439392" y="3017123"/>
            <a:ext cx="3419021" cy="4191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Artificial Neural Networks (ANN)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8D0359B6-238F-4B5E-B1A4-229F370E96D7}"/>
              </a:ext>
            </a:extLst>
          </p:cNvPr>
          <p:cNvSpPr/>
          <p:nvPr/>
        </p:nvSpPr>
        <p:spPr>
          <a:xfrm>
            <a:off x="8439392" y="2600680"/>
            <a:ext cx="3419021" cy="4191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Extreme Gradient Boosting (XGB)</a:t>
            </a:r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C14F284B-6377-4804-9C82-CA1083F54D5A}"/>
              </a:ext>
            </a:extLst>
          </p:cNvPr>
          <p:cNvSpPr/>
          <p:nvPr/>
        </p:nvSpPr>
        <p:spPr>
          <a:xfrm>
            <a:off x="8439392" y="2184236"/>
            <a:ext cx="3419021" cy="4191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Random Forest (RF)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1710653A-F5C8-47DE-8D3E-A0B5438ED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06581" y="762659"/>
            <a:ext cx="657225" cy="657225"/>
          </a:xfrm>
          <a:prstGeom prst="ellipse">
            <a:avLst/>
          </a:prstGeom>
          <a:solidFill>
            <a:srgbClr val="CE295E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cxnSp>
        <p:nvCxnSpPr>
          <p:cNvPr id="52" name="Conector: angular 51">
            <a:extLst>
              <a:ext uri="{FF2B5EF4-FFF2-40B4-BE49-F238E27FC236}">
                <a16:creationId xmlns:a16="http://schemas.microsoft.com/office/drawing/2014/main" id="{398861F8-D3F3-7F58-4BFC-B0BAC3B95C85}"/>
              </a:ext>
            </a:extLst>
          </p:cNvPr>
          <p:cNvCxnSpPr>
            <a:cxnSpLocks/>
            <a:stCxn id="7" idx="2"/>
            <a:endCxn id="9" idx="1"/>
          </p:cNvCxnSpPr>
          <p:nvPr/>
        </p:nvCxnSpPr>
        <p:spPr>
          <a:xfrm rot="16200000" flipH="1">
            <a:off x="2320400" y="2461884"/>
            <a:ext cx="402419" cy="1014597"/>
          </a:xfrm>
          <a:prstGeom prst="bentConnector2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58" name="Conector: angular 57">
            <a:extLst>
              <a:ext uri="{FF2B5EF4-FFF2-40B4-BE49-F238E27FC236}">
                <a16:creationId xmlns:a16="http://schemas.microsoft.com/office/drawing/2014/main" id="{34DE5636-4C7F-8A2A-2C08-87239E85AD2D}"/>
              </a:ext>
            </a:extLst>
          </p:cNvPr>
          <p:cNvCxnSpPr>
            <a:cxnSpLocks/>
            <a:stCxn id="47" idx="2"/>
            <a:endCxn id="9" idx="3"/>
          </p:cNvCxnSpPr>
          <p:nvPr/>
        </p:nvCxnSpPr>
        <p:spPr>
          <a:xfrm rot="5400000">
            <a:off x="5392808" y="2467598"/>
            <a:ext cx="403238" cy="1002352"/>
          </a:xfrm>
          <a:prstGeom prst="bentConnector2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ash"/>
            <a:miter lim="800000"/>
            <a:tailEnd type="triangle"/>
          </a:ln>
          <a:effectLst/>
        </p:spPr>
      </p:cxnSp>
      <p:sp>
        <p:nvSpPr>
          <p:cNvPr id="62" name="Rectángulo 61">
            <a:extLst>
              <a:ext uri="{FF2B5EF4-FFF2-40B4-BE49-F238E27FC236}">
                <a16:creationId xmlns:a16="http://schemas.microsoft.com/office/drawing/2014/main" id="{80C34D1B-90F7-2500-7DB4-6F29E1DCE07E}"/>
              </a:ext>
            </a:extLst>
          </p:cNvPr>
          <p:cNvSpPr/>
          <p:nvPr/>
        </p:nvSpPr>
        <p:spPr>
          <a:xfrm>
            <a:off x="1062768" y="1843071"/>
            <a:ext cx="1903085" cy="27699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Algoritmo de optimización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87BE7EC2-C045-1260-3B50-5B19DA5330F4}"/>
              </a:ext>
            </a:extLst>
          </p:cNvPr>
          <p:cNvSpPr/>
          <p:nvPr/>
        </p:nvSpPr>
        <p:spPr>
          <a:xfrm>
            <a:off x="5144061" y="1839671"/>
            <a:ext cx="1903085" cy="27699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Algoritmo de optimización</a:t>
            </a:r>
          </a:p>
        </p:txBody>
      </p: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64FD0219-E508-14C2-DAB2-61587345E728}"/>
              </a:ext>
            </a:extLst>
          </p:cNvPr>
          <p:cNvGrpSpPr/>
          <p:nvPr/>
        </p:nvGrpSpPr>
        <p:grpSpPr>
          <a:xfrm>
            <a:off x="3030651" y="3613062"/>
            <a:ext cx="2088000" cy="562052"/>
            <a:chOff x="3062842" y="3920765"/>
            <a:chExt cx="2073562" cy="562052"/>
          </a:xfrm>
        </p:grpSpPr>
        <p:grpSp>
          <p:nvGrpSpPr>
            <p:cNvPr id="184" name="Grupo 183">
              <a:extLst>
                <a:ext uri="{FF2B5EF4-FFF2-40B4-BE49-F238E27FC236}">
                  <a16:creationId xmlns:a16="http://schemas.microsoft.com/office/drawing/2014/main" id="{337509D2-0CBC-4371-A05E-AF36659B0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3091418" y="3920765"/>
              <a:ext cx="1968776" cy="562052"/>
              <a:chOff x="304800" y="4060861"/>
              <a:chExt cx="3419021" cy="2214591"/>
            </a:xfrm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grpSpPr>
          <p:sp>
            <p:nvSpPr>
              <p:cNvPr id="185" name="Rectángulo 184">
                <a:extLst>
                  <a:ext uri="{FF2B5EF4-FFF2-40B4-BE49-F238E27FC236}">
                    <a16:creationId xmlns:a16="http://schemas.microsoft.com/office/drawing/2014/main" id="{AA28CFA6-1725-41B9-AFC0-2D9C4C887905}"/>
                  </a:ext>
                </a:extLst>
              </p:cNvPr>
              <p:cNvSpPr/>
              <p:nvPr/>
            </p:nvSpPr>
            <p:spPr>
              <a:xfrm>
                <a:off x="304800" y="4060864"/>
                <a:ext cx="3419021" cy="2214588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186" name="Rectángulo 185">
                <a:extLst>
                  <a:ext uri="{FF2B5EF4-FFF2-40B4-BE49-F238E27FC236}">
                    <a16:creationId xmlns:a16="http://schemas.microsoft.com/office/drawing/2014/main" id="{AE0232FB-F1E3-4951-A55C-3F3342DF6A13}"/>
                  </a:ext>
                </a:extLst>
              </p:cNvPr>
              <p:cNvSpPr/>
              <p:nvPr/>
            </p:nvSpPr>
            <p:spPr>
              <a:xfrm>
                <a:off x="304800" y="4060861"/>
                <a:ext cx="3419021" cy="80708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Espacio de Soluciones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DDBABC56-4339-DB61-160B-2B559898EF2D}"/>
                    </a:ext>
                  </a:extLst>
                </p:cNvPr>
                <p:cNvSpPr txBox="1"/>
                <p:nvPr/>
              </p:nvSpPr>
              <p:spPr>
                <a:xfrm>
                  <a:off x="3062842" y="4125600"/>
                  <a:ext cx="207356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CO" sz="14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  <m:r>
                          <a:rPr lang="es-CO" sz="1400" b="1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|"/>
                            <m:ctrlP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s-CO" sz="1400" b="1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lang="es-CO" sz="1400" b="1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∈</m:t>
                        </m:r>
                        <m:sSup>
                          <m:sSupPr>
                            <m:ctrlP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{</m:t>
                            </m:r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s-CO" sz="1400" b="1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}</m:t>
                        </m:r>
                      </m:oMath>
                    </m:oMathPara>
                  </a14:m>
                  <a:endParaRPr lang="es-CO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DDBABC56-4339-DB61-160B-2B559898EF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2842" y="4125600"/>
                  <a:ext cx="2073562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98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1" name="Conector: angular 70">
            <a:extLst>
              <a:ext uri="{FF2B5EF4-FFF2-40B4-BE49-F238E27FC236}">
                <a16:creationId xmlns:a16="http://schemas.microsoft.com/office/drawing/2014/main" id="{6AF053CB-2656-36AB-D183-0AD812FA147B}"/>
              </a:ext>
            </a:extLst>
          </p:cNvPr>
          <p:cNvCxnSpPr>
            <a:cxnSpLocks/>
            <a:stCxn id="119" idx="2"/>
            <a:endCxn id="186" idx="0"/>
          </p:cNvCxnSpPr>
          <p:nvPr/>
        </p:nvCxnSpPr>
        <p:spPr>
          <a:xfrm rot="16200000" flipH="1">
            <a:off x="3937431" y="3499824"/>
            <a:ext cx="225059" cy="1416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ash"/>
            <a:miter lim="800000"/>
            <a:tailEnd type="triangle"/>
          </a:ln>
          <a:effectLst/>
        </p:spPr>
      </p:cxnSp>
      <p:grpSp>
        <p:nvGrpSpPr>
          <p:cNvPr id="94" name="Grupo 93">
            <a:extLst>
              <a:ext uri="{FF2B5EF4-FFF2-40B4-BE49-F238E27FC236}">
                <a16:creationId xmlns:a16="http://schemas.microsoft.com/office/drawing/2014/main" id="{0835F27D-ABC7-2B07-07BB-E8465B1C1F72}"/>
              </a:ext>
            </a:extLst>
          </p:cNvPr>
          <p:cNvGrpSpPr/>
          <p:nvPr/>
        </p:nvGrpSpPr>
        <p:grpSpPr>
          <a:xfrm>
            <a:off x="3005251" y="2869572"/>
            <a:ext cx="2088000" cy="518431"/>
            <a:chOff x="3040536" y="3065515"/>
            <a:chExt cx="1968776" cy="518431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ECC89592-EA05-4F09-AE50-51BC0C185628}"/>
                </a:ext>
              </a:extLst>
            </p:cNvPr>
            <p:cNvSpPr/>
            <p:nvPr/>
          </p:nvSpPr>
          <p:spPr>
            <a:xfrm>
              <a:off x="3040537" y="3130239"/>
              <a:ext cx="1968775" cy="4537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0A4024B1-E76B-BF5D-001F-48BF4DE92987}"/>
                    </a:ext>
                  </a:extLst>
                </p:cNvPr>
                <p:cNvSpPr txBox="1"/>
                <p:nvPr/>
              </p:nvSpPr>
              <p:spPr>
                <a:xfrm>
                  <a:off x="3062842" y="3212447"/>
                  <a:ext cx="194647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4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e>
                          <m:sub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s-CO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es-CO" sz="1400" b="1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𝑬𝑪𝑴</m:t>
                        </m:r>
                        <m:d>
                          <m:dPr>
                            <m:sepChr m:val=";"/>
                            <m:ctrlP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e>
                            <m:r>
                              <a:rPr lang="es-CO" sz="1400" b="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s-CO" sz="1400" b="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1400" b="1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</m:e>
                              <m:sub>
                                <m:r>
                                  <a:rPr lang="es-CO" sz="1400" b="1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s-CO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0A4024B1-E76B-BF5D-001F-48BF4DE929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2842" y="3212447"/>
                  <a:ext cx="1946470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6EA03A05-308B-A521-095E-9F57B791CF56}"/>
                </a:ext>
              </a:extLst>
            </p:cNvPr>
            <p:cNvSpPr/>
            <p:nvPr/>
          </p:nvSpPr>
          <p:spPr>
            <a:xfrm>
              <a:off x="3040536" y="3065515"/>
              <a:ext cx="1968776" cy="204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Error Cuadrático Medio</a:t>
              </a:r>
            </a:p>
          </p:txBody>
        </p:sp>
      </p:grpSp>
      <p:grpSp>
        <p:nvGrpSpPr>
          <p:cNvPr id="181" name="Grupo 180">
            <a:extLst>
              <a:ext uri="{FF2B5EF4-FFF2-40B4-BE49-F238E27FC236}">
                <a16:creationId xmlns:a16="http://schemas.microsoft.com/office/drawing/2014/main" id="{CE01622D-894F-0E03-0A8F-75DB6BC120BF}"/>
              </a:ext>
            </a:extLst>
          </p:cNvPr>
          <p:cNvGrpSpPr/>
          <p:nvPr/>
        </p:nvGrpSpPr>
        <p:grpSpPr>
          <a:xfrm>
            <a:off x="3028111" y="4418608"/>
            <a:ext cx="2088000" cy="562052"/>
            <a:chOff x="3062842" y="3920765"/>
            <a:chExt cx="2073562" cy="562052"/>
          </a:xfrm>
        </p:grpSpPr>
        <p:grpSp>
          <p:nvGrpSpPr>
            <p:cNvPr id="182" name="Grupo 181">
              <a:extLst>
                <a:ext uri="{FF2B5EF4-FFF2-40B4-BE49-F238E27FC236}">
                  <a16:creationId xmlns:a16="http://schemas.microsoft.com/office/drawing/2014/main" id="{9FCCD7AE-E900-87A0-1DC5-DAE85EA17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3091418" y="3920765"/>
              <a:ext cx="1968776" cy="562052"/>
              <a:chOff x="304800" y="4060861"/>
              <a:chExt cx="3419021" cy="2214591"/>
            </a:xfrm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grpSpPr>
          <p:sp>
            <p:nvSpPr>
              <p:cNvPr id="191" name="Rectángulo 190">
                <a:extLst>
                  <a:ext uri="{FF2B5EF4-FFF2-40B4-BE49-F238E27FC236}">
                    <a16:creationId xmlns:a16="http://schemas.microsoft.com/office/drawing/2014/main" id="{53A4B8EA-1FEC-D57E-55AC-EBBCDFE5158C}"/>
                  </a:ext>
                </a:extLst>
              </p:cNvPr>
              <p:cNvSpPr/>
              <p:nvPr/>
            </p:nvSpPr>
            <p:spPr>
              <a:xfrm>
                <a:off x="304800" y="4060864"/>
                <a:ext cx="3419021" cy="2214588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1024" name="Rectángulo 1023">
                <a:extLst>
                  <a:ext uri="{FF2B5EF4-FFF2-40B4-BE49-F238E27FC236}">
                    <a16:creationId xmlns:a16="http://schemas.microsoft.com/office/drawing/2014/main" id="{EA63C777-BD36-3C14-3B7F-9DEAE4B17BB8}"/>
                  </a:ext>
                </a:extLst>
              </p:cNvPr>
              <p:cNvSpPr/>
              <p:nvPr/>
            </p:nvSpPr>
            <p:spPr>
              <a:xfrm>
                <a:off x="304800" y="4060861"/>
                <a:ext cx="3419021" cy="80708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Modelos Predictivos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CuadroTexto 182">
                  <a:extLst>
                    <a:ext uri="{FF2B5EF4-FFF2-40B4-BE49-F238E27FC236}">
                      <a16:creationId xmlns:a16="http://schemas.microsoft.com/office/drawing/2014/main" id="{620E7053-AC95-9E58-B270-C31399E1B0A8}"/>
                    </a:ext>
                  </a:extLst>
                </p:cNvPr>
                <p:cNvSpPr txBox="1"/>
                <p:nvPr/>
              </p:nvSpPr>
              <p:spPr>
                <a:xfrm>
                  <a:off x="3062842" y="4125600"/>
                  <a:ext cx="207356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4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e>
                          <m:sub>
                            <m:r>
                              <a:rPr lang="es-CO" sz="1400" b="1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s-CO" sz="1400" b="1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O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 </m:t>
                        </m:r>
                        <m:r>
                          <a:rPr lang="es-CO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CO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=1, …,8)</m:t>
                        </m:r>
                      </m:oMath>
                    </m:oMathPara>
                  </a14:m>
                  <a:endParaRPr lang="es-CO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CuadroTexto 182">
                  <a:extLst>
                    <a:ext uri="{FF2B5EF4-FFF2-40B4-BE49-F238E27FC236}">
                      <a16:creationId xmlns:a16="http://schemas.microsoft.com/office/drawing/2014/main" id="{620E7053-AC95-9E58-B270-C31399E1B0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2842" y="4125600"/>
                  <a:ext cx="2073562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25" name="Conector: angular 1024">
            <a:extLst>
              <a:ext uri="{FF2B5EF4-FFF2-40B4-BE49-F238E27FC236}">
                <a16:creationId xmlns:a16="http://schemas.microsoft.com/office/drawing/2014/main" id="{790944A0-8BB7-54D6-C985-6F30BB046F54}"/>
              </a:ext>
            </a:extLst>
          </p:cNvPr>
          <p:cNvCxnSpPr>
            <a:cxnSpLocks/>
          </p:cNvCxnSpPr>
          <p:nvPr/>
        </p:nvCxnSpPr>
        <p:spPr>
          <a:xfrm rot="5400000">
            <a:off x="1972797" y="4520797"/>
            <a:ext cx="243494" cy="1270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ash"/>
            <a:miter lim="800000"/>
            <a:tailEnd type="triangle"/>
          </a:ln>
          <a:effectLst/>
        </p:spPr>
      </p:cxnSp>
      <p:grpSp>
        <p:nvGrpSpPr>
          <p:cNvPr id="1031" name="Grupo 1030">
            <a:extLst>
              <a:ext uri="{FF2B5EF4-FFF2-40B4-BE49-F238E27FC236}">
                <a16:creationId xmlns:a16="http://schemas.microsoft.com/office/drawing/2014/main" id="{FAA312E0-22A1-305C-CD6A-BDF842BE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4800" y="3613300"/>
            <a:ext cx="2494855" cy="2842289"/>
            <a:chOff x="304800" y="4060864"/>
            <a:chExt cx="3419021" cy="2214588"/>
          </a:xfrm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2" name="Rectángulo 1031">
                  <a:extLst>
                    <a:ext uri="{FF2B5EF4-FFF2-40B4-BE49-F238E27FC236}">
                      <a16:creationId xmlns:a16="http://schemas.microsoft.com/office/drawing/2014/main" id="{32777A2B-73F5-5AE8-57D7-5D5809E87FBE}"/>
                    </a:ext>
                  </a:extLst>
                </p:cNvPr>
                <p:cNvSpPr/>
                <p:nvPr/>
              </p:nvSpPr>
              <p:spPr>
                <a:xfrm>
                  <a:off x="304800" y="4357208"/>
                  <a:ext cx="3419021" cy="1918244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171450" indent="-171450">
                    <a:spcAft>
                      <a:spcPts val="3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s-CO" sz="11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=(</m:t>
                          </m:r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CO" sz="1100" b="1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CO" sz="1100" b="1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s-CO" sz="1100" b="1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s-CO" sz="1100" b="1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s-CO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 es un vector binario de inclusión / exclusión </a:t>
                  </a:r>
                  <a14:m>
                    <m:oMath xmlns:m="http://schemas.openxmlformats.org/officeDocument/2006/math">
                      <m:r>
                        <a:rPr lang="es-CO" sz="11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s-CO" sz="1100" b="1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CO" sz="1100" b="1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s-CO" sz="1100" b="1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, </m:t>
                      </m:r>
                      <m:r>
                        <a:rPr lang="es-CO" sz="1100" b="1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s-CO" sz="1100" b="1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s-CO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 de la variable </a:t>
                  </a:r>
                  <a14:m>
                    <m:oMath xmlns:m="http://schemas.openxmlformats.org/officeDocument/2006/math">
                      <m:r>
                        <a:rPr lang="es-CO" sz="1100" b="1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a14:m>
                  <a:r>
                    <a:rPr lang="es-CO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 en modelo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endParaRPr lang="es-CO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  <a:p>
                  <a:pPr marL="171450" indent="-171450">
                    <a:spcAft>
                      <a:spcPts val="300"/>
                    </a:spcAft>
                    <a:buFont typeface="Arial" panose="020B0604020202020204" pitchFamily="34" charset="0"/>
                    <a:buChar char="•"/>
                  </a:pPr>
                  <a: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Proceso:</a:t>
                  </a:r>
                </a:p>
                <a:p>
                  <a:pPr marL="228600" indent="-228600"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Inicialización</a:t>
                  </a:r>
                </a:p>
                <a:p>
                  <a:pPr marL="228600" indent="-228600"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Evaluación</a:t>
                  </a:r>
                </a:p>
                <a:p>
                  <a:pPr marL="228600" indent="-228600"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Generación de vecinos</a:t>
                  </a:r>
                </a:p>
                <a:p>
                  <a:pPr marL="228600" indent="-228600"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Selección de mejora</a:t>
                  </a:r>
                </a:p>
                <a:p>
                  <a:pPr marL="228600" indent="-228600"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Iteración</a:t>
                  </a:r>
                </a:p>
              </p:txBody>
            </p:sp>
          </mc:Choice>
          <mc:Fallback xmlns="">
            <p:sp>
              <p:nvSpPr>
                <p:cNvPr id="1032" name="Rectángulo 1031">
                  <a:extLst>
                    <a:ext uri="{FF2B5EF4-FFF2-40B4-BE49-F238E27FC236}">
                      <a16:creationId xmlns:a16="http://schemas.microsoft.com/office/drawing/2014/main" id="{32777A2B-73F5-5AE8-57D7-5D5809E87F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" y="4357208"/>
                  <a:ext cx="3419021" cy="1918244"/>
                </a:xfrm>
                <a:prstGeom prst="rect">
                  <a:avLst/>
                </a:prstGeom>
                <a:blipFill>
                  <a:blip r:embed="rId6"/>
                  <a:stretch>
                    <a:fillRect r="-48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3" name="Rectángulo 1032">
              <a:extLst>
                <a:ext uri="{FF2B5EF4-FFF2-40B4-BE49-F238E27FC236}">
                  <a16:creationId xmlns:a16="http://schemas.microsoft.com/office/drawing/2014/main" id="{2F61C583-A1C9-4924-E2C7-0FB9D8B07A4E}"/>
                </a:ext>
              </a:extLst>
            </p:cNvPr>
            <p:cNvSpPr/>
            <p:nvPr/>
          </p:nvSpPr>
          <p:spPr>
            <a:xfrm>
              <a:off x="304800" y="4060864"/>
              <a:ext cx="3419021" cy="299917"/>
            </a:xfrm>
            <a:prstGeom prst="rect">
              <a:avLst/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b="1" dirty="0">
                  <a:solidFill>
                    <a:schemeClr val="bg1"/>
                  </a:solidFill>
                  <a:latin typeface="+mj-lt"/>
                </a:rPr>
                <a:t>BL</a:t>
              </a:r>
            </a:p>
          </p:txBody>
        </p:sp>
      </p:grpSp>
      <p:cxnSp>
        <p:nvCxnSpPr>
          <p:cNvPr id="1037" name="Conector: angular 1036">
            <a:extLst>
              <a:ext uri="{FF2B5EF4-FFF2-40B4-BE49-F238E27FC236}">
                <a16:creationId xmlns:a16="http://schemas.microsoft.com/office/drawing/2014/main" id="{E0E313EE-14CC-8C80-50EC-C9AEE0D551E1}"/>
              </a:ext>
            </a:extLst>
          </p:cNvPr>
          <p:cNvCxnSpPr>
            <a:cxnSpLocks/>
            <a:stCxn id="185" idx="2"/>
            <a:endCxn id="1024" idx="0"/>
          </p:cNvCxnSpPr>
          <p:nvPr/>
        </p:nvCxnSpPr>
        <p:spPr>
          <a:xfrm rot="5400000">
            <a:off x="3927651" y="4295591"/>
            <a:ext cx="243494" cy="254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ash"/>
            <a:miter lim="800000"/>
            <a:tailEnd type="triangle"/>
          </a:ln>
          <a:effectLst/>
        </p:spPr>
      </p:cxnSp>
      <p:cxnSp>
        <p:nvCxnSpPr>
          <p:cNvPr id="1045" name="Conector: angular 1044">
            <a:extLst>
              <a:ext uri="{FF2B5EF4-FFF2-40B4-BE49-F238E27FC236}">
                <a16:creationId xmlns:a16="http://schemas.microsoft.com/office/drawing/2014/main" id="{EF8D95B2-AAEA-B071-1863-2A85C86831C8}"/>
              </a:ext>
            </a:extLst>
          </p:cNvPr>
          <p:cNvCxnSpPr>
            <a:cxnSpLocks/>
            <a:stCxn id="191" idx="2"/>
          </p:cNvCxnSpPr>
          <p:nvPr/>
        </p:nvCxnSpPr>
        <p:spPr>
          <a:xfrm rot="5400000">
            <a:off x="3254462" y="4554628"/>
            <a:ext cx="367635" cy="1219698"/>
          </a:xfrm>
          <a:prstGeom prst="bentConnector2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ash"/>
            <a:miter lim="800000"/>
            <a:tailEnd type="triangle"/>
          </a:ln>
          <a:effectLst/>
        </p:spPr>
      </p:cxnSp>
      <p:grpSp>
        <p:nvGrpSpPr>
          <p:cNvPr id="1049" name="Grupo 1048">
            <a:extLst>
              <a:ext uri="{FF2B5EF4-FFF2-40B4-BE49-F238E27FC236}">
                <a16:creationId xmlns:a16="http://schemas.microsoft.com/office/drawing/2014/main" id="{3D48D00D-7481-1134-1A54-4CD97EA3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78334" y="3613063"/>
            <a:ext cx="2494855" cy="2845596"/>
            <a:chOff x="304800" y="4060864"/>
            <a:chExt cx="3419021" cy="2214588"/>
          </a:xfrm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0" name="Rectángulo 1049">
                  <a:extLst>
                    <a:ext uri="{FF2B5EF4-FFF2-40B4-BE49-F238E27FC236}">
                      <a16:creationId xmlns:a16="http://schemas.microsoft.com/office/drawing/2014/main" id="{F4A9BABE-1F3A-B47F-FDD6-21678EC1C8D2}"/>
                    </a:ext>
                  </a:extLst>
                </p:cNvPr>
                <p:cNvSpPr/>
                <p:nvPr/>
              </p:nvSpPr>
              <p:spPr>
                <a:xfrm>
                  <a:off x="304800" y="4357048"/>
                  <a:ext cx="3419021" cy="1918404"/>
                </a:xfrm>
                <a:prstGeom prst="rect">
                  <a:avLst/>
                </a:prstGeom>
                <a:solidFill>
                  <a:srgbClr val="F2F2F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171450" indent="-171450">
                    <a:spcAft>
                      <a:spcPts val="300"/>
                    </a:spcAft>
                    <a:buFont typeface="Arial" panose="020B0604020202020204" pitchFamily="34" charset="0"/>
                    <a:buChar char="•"/>
                  </a:pPr>
                  <a:r>
                    <a:rPr lang="es-CO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Probabilidad de inclusión de cada variable en la solución óptima final.</a:t>
                  </a:r>
                  <a:endParaRPr lang="es-CO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  <a:p>
                  <a:pPr marL="171450" indent="-171450">
                    <a:spcAft>
                      <a:spcPts val="300"/>
                    </a:spcAft>
                    <a:buFont typeface="Arial" panose="020B0604020202020204" pitchFamily="34" charset="0"/>
                    <a:buChar char="•"/>
                  </a:pPr>
                  <a: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Proceso:</a:t>
                  </a:r>
                </a:p>
                <a:p>
                  <a:pPr marL="228600" indent="-228600"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Generación muestras aleatorias</a:t>
                  </a:r>
                </a:p>
                <a:p>
                  <a:pPr marL="228600" indent="-228600"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Selección conjunto elite</a:t>
                  </a:r>
                </a:p>
                <a:p>
                  <a:pPr marL="228600" indent="-228600"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Actualización probabilidades</a:t>
                  </a:r>
                  <a:b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</a:br>
                  <a14:m>
                    <m:oMath xmlns:m="http://schemas.openxmlformats.org/officeDocument/2006/math">
                      <m:sSub>
                        <m:sSubPr>
                          <m:ctrlPr>
                            <a:rPr lang="es-CO" sz="11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s-CO" sz="1100" b="1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s-CO" sz="11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s-CO" sz="1100" b="1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100" b="1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CO" sz="1100" b="1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  <m:r>
                                <a:rPr lang="es-CO" sz="1100" b="1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s-CO" sz="1100" b="1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a14:m>
                  <a:endParaRPr lang="es-CO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  <a:p>
                  <a:pPr marL="228600" indent="-228600"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Remuestreo</a:t>
                  </a:r>
                </a:p>
                <a:p>
                  <a:pPr marL="228600" indent="-228600"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lang="es-CO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Iteración del Proceso:</a:t>
                  </a:r>
                  <a:r>
                    <a:rPr lang="es-ES" sz="11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 </a:t>
                  </a:r>
                </a:p>
                <a:p>
                  <a:pPr lvl="1">
                    <a:spcAft>
                      <a:spcPts val="300"/>
                    </a:spcAft>
                  </a:pPr>
                  <a:r>
                    <a:rPr lang="es-ES" sz="1100" b="1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N: 75 ; n: 10 ; i</a:t>
                  </a:r>
                  <a:r>
                    <a:rPr lang="es-ES" sz="1100" b="1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ter: 15</a:t>
                  </a:r>
                  <a:endParaRPr lang="es-CO" sz="11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</mc:Choice>
          <mc:Fallback xmlns="">
            <p:sp>
              <p:nvSpPr>
                <p:cNvPr id="1050" name="Rectángulo 1049">
                  <a:extLst>
                    <a:ext uri="{FF2B5EF4-FFF2-40B4-BE49-F238E27FC236}">
                      <a16:creationId xmlns:a16="http://schemas.microsoft.com/office/drawing/2014/main" id="{F4A9BABE-1F3A-B47F-FDD6-21678EC1C8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" y="4357048"/>
                  <a:ext cx="3419021" cy="1918404"/>
                </a:xfrm>
                <a:prstGeom prst="rect">
                  <a:avLst/>
                </a:prstGeom>
                <a:blipFill>
                  <a:blip r:embed="rId7"/>
                  <a:stretch>
                    <a:fillRect t="-990" b="-272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1" name="Rectángulo 1050">
              <a:extLst>
                <a:ext uri="{FF2B5EF4-FFF2-40B4-BE49-F238E27FC236}">
                  <a16:creationId xmlns:a16="http://schemas.microsoft.com/office/drawing/2014/main" id="{87DE1FC3-8E84-41F8-B13E-BE1718ABAEB8}"/>
                </a:ext>
              </a:extLst>
            </p:cNvPr>
            <p:cNvSpPr/>
            <p:nvPr/>
          </p:nvSpPr>
          <p:spPr>
            <a:xfrm>
              <a:off x="304800" y="4060864"/>
              <a:ext cx="3419021" cy="29618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b="1" dirty="0">
                  <a:solidFill>
                    <a:schemeClr val="bg1"/>
                  </a:solidFill>
                  <a:latin typeface="+mj-lt"/>
                </a:rPr>
                <a:t>CE</a:t>
              </a:r>
            </a:p>
          </p:txBody>
        </p:sp>
      </p:grpSp>
      <p:cxnSp>
        <p:nvCxnSpPr>
          <p:cNvPr id="1052" name="Conector: angular 1051">
            <a:extLst>
              <a:ext uri="{FF2B5EF4-FFF2-40B4-BE49-F238E27FC236}">
                <a16:creationId xmlns:a16="http://schemas.microsoft.com/office/drawing/2014/main" id="{B950916D-205C-5EAA-2033-43BF542CE543}"/>
              </a:ext>
            </a:extLst>
          </p:cNvPr>
          <p:cNvCxnSpPr>
            <a:cxnSpLocks/>
            <a:stCxn id="191" idx="2"/>
          </p:cNvCxnSpPr>
          <p:nvPr/>
        </p:nvCxnSpPr>
        <p:spPr>
          <a:xfrm rot="16200000" flipH="1">
            <a:off x="4528144" y="4500643"/>
            <a:ext cx="367637" cy="1327669"/>
          </a:xfrm>
          <a:prstGeom prst="bentConnector2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ash"/>
            <a:miter lim="800000"/>
            <a:tailEnd type="triangle"/>
          </a:ln>
          <a:effectLst/>
        </p:spPr>
      </p:cxnSp>
      <p:pic>
        <p:nvPicPr>
          <p:cNvPr id="9226" name="Picture 10">
            <a:extLst>
              <a:ext uri="{FF2B5EF4-FFF2-40B4-BE49-F238E27FC236}">
                <a16:creationId xmlns:a16="http://schemas.microsoft.com/office/drawing/2014/main" id="{978DA254-1A6C-49F8-21D0-DC4EC5FC0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149" y="934239"/>
            <a:ext cx="342000" cy="34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5" name="Forma libre 724" descr="Icono de un gráfico. ">
            <a:extLst>
              <a:ext uri="{FF2B5EF4-FFF2-40B4-BE49-F238E27FC236}">
                <a16:creationId xmlns:a16="http://schemas.microsoft.com/office/drawing/2014/main" id="{3F6249E2-196F-7D4C-D50A-D86963485224}"/>
              </a:ext>
            </a:extLst>
          </p:cNvPr>
          <p:cNvSpPr>
            <a:spLocks/>
          </p:cNvSpPr>
          <p:nvPr/>
        </p:nvSpPr>
        <p:spPr bwMode="auto">
          <a:xfrm>
            <a:off x="1830804" y="966535"/>
            <a:ext cx="360000" cy="360000"/>
          </a:xfrm>
          <a:custGeom>
            <a:avLst/>
            <a:gdLst>
              <a:gd name="T0" fmla="*/ 782 w 873"/>
              <a:gd name="T1" fmla="*/ 436 h 873"/>
              <a:gd name="T2" fmla="*/ 779 w 873"/>
              <a:gd name="T3" fmla="*/ 428 h 873"/>
              <a:gd name="T4" fmla="*/ 773 w 873"/>
              <a:gd name="T5" fmla="*/ 423 h 873"/>
              <a:gd name="T6" fmla="*/ 451 w 873"/>
              <a:gd name="T7" fmla="*/ 421 h 873"/>
              <a:gd name="T8" fmla="*/ 711 w 873"/>
              <a:gd name="T9" fmla="*/ 180 h 873"/>
              <a:gd name="T10" fmla="*/ 718 w 873"/>
              <a:gd name="T11" fmla="*/ 176 h 873"/>
              <a:gd name="T12" fmla="*/ 721 w 873"/>
              <a:gd name="T13" fmla="*/ 168 h 873"/>
              <a:gd name="T14" fmla="*/ 721 w 873"/>
              <a:gd name="T15" fmla="*/ 12 h 873"/>
              <a:gd name="T16" fmla="*/ 718 w 873"/>
              <a:gd name="T17" fmla="*/ 4 h 873"/>
              <a:gd name="T18" fmla="*/ 711 w 873"/>
              <a:gd name="T19" fmla="*/ 0 h 873"/>
              <a:gd name="T20" fmla="*/ 163 w 873"/>
              <a:gd name="T21" fmla="*/ 0 h 873"/>
              <a:gd name="T22" fmla="*/ 155 w 873"/>
              <a:gd name="T23" fmla="*/ 4 h 873"/>
              <a:gd name="T24" fmla="*/ 151 w 873"/>
              <a:gd name="T25" fmla="*/ 12 h 873"/>
              <a:gd name="T26" fmla="*/ 151 w 873"/>
              <a:gd name="T27" fmla="*/ 168 h 873"/>
              <a:gd name="T28" fmla="*/ 155 w 873"/>
              <a:gd name="T29" fmla="*/ 176 h 873"/>
              <a:gd name="T30" fmla="*/ 163 w 873"/>
              <a:gd name="T31" fmla="*/ 180 h 873"/>
              <a:gd name="T32" fmla="*/ 421 w 873"/>
              <a:gd name="T33" fmla="*/ 421 h 873"/>
              <a:gd name="T34" fmla="*/ 99 w 873"/>
              <a:gd name="T35" fmla="*/ 423 h 873"/>
              <a:gd name="T36" fmla="*/ 93 w 873"/>
              <a:gd name="T37" fmla="*/ 428 h 873"/>
              <a:gd name="T38" fmla="*/ 90 w 873"/>
              <a:gd name="T39" fmla="*/ 436 h 873"/>
              <a:gd name="T40" fmla="*/ 11 w 873"/>
              <a:gd name="T41" fmla="*/ 663 h 873"/>
              <a:gd name="T42" fmla="*/ 4 w 873"/>
              <a:gd name="T43" fmla="*/ 667 h 873"/>
              <a:gd name="T44" fmla="*/ 0 w 873"/>
              <a:gd name="T45" fmla="*/ 675 h 873"/>
              <a:gd name="T46" fmla="*/ 0 w 873"/>
              <a:gd name="T47" fmla="*/ 861 h 873"/>
              <a:gd name="T48" fmla="*/ 4 w 873"/>
              <a:gd name="T49" fmla="*/ 869 h 873"/>
              <a:gd name="T50" fmla="*/ 11 w 873"/>
              <a:gd name="T51" fmla="*/ 873 h 873"/>
              <a:gd name="T52" fmla="*/ 198 w 873"/>
              <a:gd name="T53" fmla="*/ 873 h 873"/>
              <a:gd name="T54" fmla="*/ 205 w 873"/>
              <a:gd name="T55" fmla="*/ 869 h 873"/>
              <a:gd name="T56" fmla="*/ 210 w 873"/>
              <a:gd name="T57" fmla="*/ 861 h 873"/>
              <a:gd name="T58" fmla="*/ 210 w 873"/>
              <a:gd name="T59" fmla="*/ 675 h 873"/>
              <a:gd name="T60" fmla="*/ 205 w 873"/>
              <a:gd name="T61" fmla="*/ 667 h 873"/>
              <a:gd name="T62" fmla="*/ 198 w 873"/>
              <a:gd name="T63" fmla="*/ 663 h 873"/>
              <a:gd name="T64" fmla="*/ 120 w 873"/>
              <a:gd name="T65" fmla="*/ 451 h 873"/>
              <a:gd name="T66" fmla="*/ 346 w 873"/>
              <a:gd name="T67" fmla="*/ 662 h 873"/>
              <a:gd name="T68" fmla="*/ 337 w 873"/>
              <a:gd name="T69" fmla="*/ 665 h 873"/>
              <a:gd name="T70" fmla="*/ 332 w 873"/>
              <a:gd name="T71" fmla="*/ 671 h 873"/>
              <a:gd name="T72" fmla="*/ 331 w 873"/>
              <a:gd name="T73" fmla="*/ 858 h 873"/>
              <a:gd name="T74" fmla="*/ 333 w 873"/>
              <a:gd name="T75" fmla="*/ 867 h 873"/>
              <a:gd name="T76" fmla="*/ 340 w 873"/>
              <a:gd name="T77" fmla="*/ 872 h 873"/>
              <a:gd name="T78" fmla="*/ 526 w 873"/>
              <a:gd name="T79" fmla="*/ 873 h 873"/>
              <a:gd name="T80" fmla="*/ 535 w 873"/>
              <a:gd name="T81" fmla="*/ 871 h 873"/>
              <a:gd name="T82" fmla="*/ 540 w 873"/>
              <a:gd name="T83" fmla="*/ 863 h 873"/>
              <a:gd name="T84" fmla="*/ 541 w 873"/>
              <a:gd name="T85" fmla="*/ 677 h 873"/>
              <a:gd name="T86" fmla="*/ 539 w 873"/>
              <a:gd name="T87" fmla="*/ 669 h 873"/>
              <a:gd name="T88" fmla="*/ 533 w 873"/>
              <a:gd name="T89" fmla="*/ 664 h 873"/>
              <a:gd name="T90" fmla="*/ 451 w 873"/>
              <a:gd name="T91" fmla="*/ 662 h 873"/>
              <a:gd name="T92" fmla="*/ 752 w 873"/>
              <a:gd name="T93" fmla="*/ 662 h 873"/>
              <a:gd name="T94" fmla="*/ 671 w 873"/>
              <a:gd name="T95" fmla="*/ 664 h 873"/>
              <a:gd name="T96" fmla="*/ 664 w 873"/>
              <a:gd name="T97" fmla="*/ 669 h 873"/>
              <a:gd name="T98" fmla="*/ 662 w 873"/>
              <a:gd name="T99" fmla="*/ 678 h 873"/>
              <a:gd name="T100" fmla="*/ 663 w 873"/>
              <a:gd name="T101" fmla="*/ 863 h 873"/>
              <a:gd name="T102" fmla="*/ 669 w 873"/>
              <a:gd name="T103" fmla="*/ 871 h 873"/>
              <a:gd name="T104" fmla="*/ 677 w 873"/>
              <a:gd name="T105" fmla="*/ 873 h 873"/>
              <a:gd name="T106" fmla="*/ 864 w 873"/>
              <a:gd name="T107" fmla="*/ 872 h 873"/>
              <a:gd name="T108" fmla="*/ 870 w 873"/>
              <a:gd name="T109" fmla="*/ 867 h 873"/>
              <a:gd name="T110" fmla="*/ 873 w 873"/>
              <a:gd name="T111" fmla="*/ 858 h 873"/>
              <a:gd name="T112" fmla="*/ 871 w 873"/>
              <a:gd name="T113" fmla="*/ 671 h 873"/>
              <a:gd name="T114" fmla="*/ 866 w 873"/>
              <a:gd name="T115" fmla="*/ 665 h 873"/>
              <a:gd name="T116" fmla="*/ 858 w 873"/>
              <a:gd name="T117" fmla="*/ 662 h 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73" h="873">
                <a:moveTo>
                  <a:pt x="858" y="662"/>
                </a:moveTo>
                <a:lnTo>
                  <a:pt x="782" y="662"/>
                </a:lnTo>
                <a:lnTo>
                  <a:pt x="782" y="436"/>
                </a:lnTo>
                <a:lnTo>
                  <a:pt x="782" y="433"/>
                </a:lnTo>
                <a:lnTo>
                  <a:pt x="781" y="431"/>
                </a:lnTo>
                <a:lnTo>
                  <a:pt x="779" y="428"/>
                </a:lnTo>
                <a:lnTo>
                  <a:pt x="778" y="426"/>
                </a:lnTo>
                <a:lnTo>
                  <a:pt x="776" y="424"/>
                </a:lnTo>
                <a:lnTo>
                  <a:pt x="773" y="423"/>
                </a:lnTo>
                <a:lnTo>
                  <a:pt x="771" y="421"/>
                </a:lnTo>
                <a:lnTo>
                  <a:pt x="767" y="421"/>
                </a:lnTo>
                <a:lnTo>
                  <a:pt x="451" y="421"/>
                </a:lnTo>
                <a:lnTo>
                  <a:pt x="451" y="180"/>
                </a:lnTo>
                <a:lnTo>
                  <a:pt x="707" y="180"/>
                </a:lnTo>
                <a:lnTo>
                  <a:pt x="711" y="180"/>
                </a:lnTo>
                <a:lnTo>
                  <a:pt x="713" y="179"/>
                </a:lnTo>
                <a:lnTo>
                  <a:pt x="716" y="178"/>
                </a:lnTo>
                <a:lnTo>
                  <a:pt x="718" y="176"/>
                </a:lnTo>
                <a:lnTo>
                  <a:pt x="719" y="174"/>
                </a:lnTo>
                <a:lnTo>
                  <a:pt x="721" y="172"/>
                </a:lnTo>
                <a:lnTo>
                  <a:pt x="721" y="168"/>
                </a:lnTo>
                <a:lnTo>
                  <a:pt x="722" y="165"/>
                </a:lnTo>
                <a:lnTo>
                  <a:pt x="722" y="15"/>
                </a:lnTo>
                <a:lnTo>
                  <a:pt x="721" y="12"/>
                </a:lnTo>
                <a:lnTo>
                  <a:pt x="721" y="10"/>
                </a:lnTo>
                <a:lnTo>
                  <a:pt x="719" y="6"/>
                </a:lnTo>
                <a:lnTo>
                  <a:pt x="718" y="4"/>
                </a:lnTo>
                <a:lnTo>
                  <a:pt x="716" y="2"/>
                </a:lnTo>
                <a:lnTo>
                  <a:pt x="713" y="1"/>
                </a:lnTo>
                <a:lnTo>
                  <a:pt x="711" y="0"/>
                </a:lnTo>
                <a:lnTo>
                  <a:pt x="707" y="0"/>
                </a:lnTo>
                <a:lnTo>
                  <a:pt x="165" y="0"/>
                </a:lnTo>
                <a:lnTo>
                  <a:pt x="163" y="0"/>
                </a:lnTo>
                <a:lnTo>
                  <a:pt x="159" y="1"/>
                </a:lnTo>
                <a:lnTo>
                  <a:pt x="157" y="2"/>
                </a:lnTo>
                <a:lnTo>
                  <a:pt x="155" y="4"/>
                </a:lnTo>
                <a:lnTo>
                  <a:pt x="153" y="6"/>
                </a:lnTo>
                <a:lnTo>
                  <a:pt x="152" y="10"/>
                </a:lnTo>
                <a:lnTo>
                  <a:pt x="151" y="12"/>
                </a:lnTo>
                <a:lnTo>
                  <a:pt x="150" y="15"/>
                </a:lnTo>
                <a:lnTo>
                  <a:pt x="150" y="165"/>
                </a:lnTo>
                <a:lnTo>
                  <a:pt x="151" y="168"/>
                </a:lnTo>
                <a:lnTo>
                  <a:pt x="152" y="172"/>
                </a:lnTo>
                <a:lnTo>
                  <a:pt x="153" y="174"/>
                </a:lnTo>
                <a:lnTo>
                  <a:pt x="155" y="176"/>
                </a:lnTo>
                <a:lnTo>
                  <a:pt x="157" y="178"/>
                </a:lnTo>
                <a:lnTo>
                  <a:pt x="159" y="179"/>
                </a:lnTo>
                <a:lnTo>
                  <a:pt x="163" y="180"/>
                </a:lnTo>
                <a:lnTo>
                  <a:pt x="165" y="180"/>
                </a:lnTo>
                <a:lnTo>
                  <a:pt x="421" y="180"/>
                </a:lnTo>
                <a:lnTo>
                  <a:pt x="421" y="421"/>
                </a:lnTo>
                <a:lnTo>
                  <a:pt x="105" y="421"/>
                </a:lnTo>
                <a:lnTo>
                  <a:pt x="101" y="421"/>
                </a:lnTo>
                <a:lnTo>
                  <a:pt x="99" y="423"/>
                </a:lnTo>
                <a:lnTo>
                  <a:pt x="96" y="424"/>
                </a:lnTo>
                <a:lnTo>
                  <a:pt x="94" y="426"/>
                </a:lnTo>
                <a:lnTo>
                  <a:pt x="93" y="428"/>
                </a:lnTo>
                <a:lnTo>
                  <a:pt x="91" y="431"/>
                </a:lnTo>
                <a:lnTo>
                  <a:pt x="91" y="433"/>
                </a:lnTo>
                <a:lnTo>
                  <a:pt x="90" y="436"/>
                </a:lnTo>
                <a:lnTo>
                  <a:pt x="90" y="662"/>
                </a:lnTo>
                <a:lnTo>
                  <a:pt x="15" y="662"/>
                </a:lnTo>
                <a:lnTo>
                  <a:pt x="11" y="663"/>
                </a:lnTo>
                <a:lnTo>
                  <a:pt x="9" y="664"/>
                </a:lnTo>
                <a:lnTo>
                  <a:pt x="6" y="665"/>
                </a:lnTo>
                <a:lnTo>
                  <a:pt x="4" y="667"/>
                </a:lnTo>
                <a:lnTo>
                  <a:pt x="2" y="669"/>
                </a:lnTo>
                <a:lnTo>
                  <a:pt x="1" y="671"/>
                </a:lnTo>
                <a:lnTo>
                  <a:pt x="0" y="675"/>
                </a:lnTo>
                <a:lnTo>
                  <a:pt x="0" y="678"/>
                </a:lnTo>
                <a:lnTo>
                  <a:pt x="0" y="858"/>
                </a:lnTo>
                <a:lnTo>
                  <a:pt x="0" y="861"/>
                </a:lnTo>
                <a:lnTo>
                  <a:pt x="1" y="863"/>
                </a:lnTo>
                <a:lnTo>
                  <a:pt x="2" y="867"/>
                </a:lnTo>
                <a:lnTo>
                  <a:pt x="4" y="869"/>
                </a:lnTo>
                <a:lnTo>
                  <a:pt x="6" y="871"/>
                </a:lnTo>
                <a:lnTo>
                  <a:pt x="9" y="872"/>
                </a:lnTo>
                <a:lnTo>
                  <a:pt x="11" y="873"/>
                </a:lnTo>
                <a:lnTo>
                  <a:pt x="15" y="873"/>
                </a:lnTo>
                <a:lnTo>
                  <a:pt x="196" y="873"/>
                </a:lnTo>
                <a:lnTo>
                  <a:pt x="198" y="873"/>
                </a:lnTo>
                <a:lnTo>
                  <a:pt x="201" y="872"/>
                </a:lnTo>
                <a:lnTo>
                  <a:pt x="203" y="871"/>
                </a:lnTo>
                <a:lnTo>
                  <a:pt x="205" y="869"/>
                </a:lnTo>
                <a:lnTo>
                  <a:pt x="208" y="867"/>
                </a:lnTo>
                <a:lnTo>
                  <a:pt x="209" y="863"/>
                </a:lnTo>
                <a:lnTo>
                  <a:pt x="210" y="861"/>
                </a:lnTo>
                <a:lnTo>
                  <a:pt x="211" y="858"/>
                </a:lnTo>
                <a:lnTo>
                  <a:pt x="211" y="677"/>
                </a:lnTo>
                <a:lnTo>
                  <a:pt x="210" y="675"/>
                </a:lnTo>
                <a:lnTo>
                  <a:pt x="209" y="671"/>
                </a:lnTo>
                <a:lnTo>
                  <a:pt x="208" y="669"/>
                </a:lnTo>
                <a:lnTo>
                  <a:pt x="205" y="667"/>
                </a:lnTo>
                <a:lnTo>
                  <a:pt x="203" y="665"/>
                </a:lnTo>
                <a:lnTo>
                  <a:pt x="201" y="664"/>
                </a:lnTo>
                <a:lnTo>
                  <a:pt x="198" y="663"/>
                </a:lnTo>
                <a:lnTo>
                  <a:pt x="196" y="663"/>
                </a:lnTo>
                <a:lnTo>
                  <a:pt x="120" y="662"/>
                </a:lnTo>
                <a:lnTo>
                  <a:pt x="120" y="451"/>
                </a:lnTo>
                <a:lnTo>
                  <a:pt x="421" y="451"/>
                </a:lnTo>
                <a:lnTo>
                  <a:pt x="421" y="662"/>
                </a:lnTo>
                <a:lnTo>
                  <a:pt x="346" y="662"/>
                </a:lnTo>
                <a:lnTo>
                  <a:pt x="343" y="663"/>
                </a:lnTo>
                <a:lnTo>
                  <a:pt x="340" y="664"/>
                </a:lnTo>
                <a:lnTo>
                  <a:pt x="337" y="665"/>
                </a:lnTo>
                <a:lnTo>
                  <a:pt x="335" y="667"/>
                </a:lnTo>
                <a:lnTo>
                  <a:pt x="333" y="669"/>
                </a:lnTo>
                <a:lnTo>
                  <a:pt x="332" y="671"/>
                </a:lnTo>
                <a:lnTo>
                  <a:pt x="331" y="675"/>
                </a:lnTo>
                <a:lnTo>
                  <a:pt x="331" y="678"/>
                </a:lnTo>
                <a:lnTo>
                  <a:pt x="331" y="858"/>
                </a:lnTo>
                <a:lnTo>
                  <a:pt x="331" y="861"/>
                </a:lnTo>
                <a:lnTo>
                  <a:pt x="332" y="863"/>
                </a:lnTo>
                <a:lnTo>
                  <a:pt x="333" y="867"/>
                </a:lnTo>
                <a:lnTo>
                  <a:pt x="335" y="869"/>
                </a:lnTo>
                <a:lnTo>
                  <a:pt x="337" y="871"/>
                </a:lnTo>
                <a:lnTo>
                  <a:pt x="340" y="872"/>
                </a:lnTo>
                <a:lnTo>
                  <a:pt x="343" y="873"/>
                </a:lnTo>
                <a:lnTo>
                  <a:pt x="346" y="873"/>
                </a:lnTo>
                <a:lnTo>
                  <a:pt x="526" y="873"/>
                </a:lnTo>
                <a:lnTo>
                  <a:pt x="529" y="873"/>
                </a:lnTo>
                <a:lnTo>
                  <a:pt x="533" y="872"/>
                </a:lnTo>
                <a:lnTo>
                  <a:pt x="535" y="871"/>
                </a:lnTo>
                <a:lnTo>
                  <a:pt x="537" y="869"/>
                </a:lnTo>
                <a:lnTo>
                  <a:pt x="539" y="867"/>
                </a:lnTo>
                <a:lnTo>
                  <a:pt x="540" y="863"/>
                </a:lnTo>
                <a:lnTo>
                  <a:pt x="541" y="861"/>
                </a:lnTo>
                <a:lnTo>
                  <a:pt x="541" y="858"/>
                </a:lnTo>
                <a:lnTo>
                  <a:pt x="541" y="677"/>
                </a:lnTo>
                <a:lnTo>
                  <a:pt x="541" y="675"/>
                </a:lnTo>
                <a:lnTo>
                  <a:pt x="540" y="671"/>
                </a:lnTo>
                <a:lnTo>
                  <a:pt x="539" y="669"/>
                </a:lnTo>
                <a:lnTo>
                  <a:pt x="537" y="667"/>
                </a:lnTo>
                <a:lnTo>
                  <a:pt x="535" y="665"/>
                </a:lnTo>
                <a:lnTo>
                  <a:pt x="533" y="664"/>
                </a:lnTo>
                <a:lnTo>
                  <a:pt x="529" y="663"/>
                </a:lnTo>
                <a:lnTo>
                  <a:pt x="526" y="663"/>
                </a:lnTo>
                <a:lnTo>
                  <a:pt x="451" y="662"/>
                </a:lnTo>
                <a:lnTo>
                  <a:pt x="451" y="451"/>
                </a:lnTo>
                <a:lnTo>
                  <a:pt x="752" y="451"/>
                </a:lnTo>
                <a:lnTo>
                  <a:pt x="752" y="662"/>
                </a:lnTo>
                <a:lnTo>
                  <a:pt x="677" y="662"/>
                </a:lnTo>
                <a:lnTo>
                  <a:pt x="674" y="663"/>
                </a:lnTo>
                <a:lnTo>
                  <a:pt x="671" y="664"/>
                </a:lnTo>
                <a:lnTo>
                  <a:pt x="669" y="665"/>
                </a:lnTo>
                <a:lnTo>
                  <a:pt x="667" y="667"/>
                </a:lnTo>
                <a:lnTo>
                  <a:pt x="664" y="669"/>
                </a:lnTo>
                <a:lnTo>
                  <a:pt x="663" y="671"/>
                </a:lnTo>
                <a:lnTo>
                  <a:pt x="662" y="675"/>
                </a:lnTo>
                <a:lnTo>
                  <a:pt x="662" y="678"/>
                </a:lnTo>
                <a:lnTo>
                  <a:pt x="662" y="858"/>
                </a:lnTo>
                <a:lnTo>
                  <a:pt x="662" y="861"/>
                </a:lnTo>
                <a:lnTo>
                  <a:pt x="663" y="863"/>
                </a:lnTo>
                <a:lnTo>
                  <a:pt x="664" y="867"/>
                </a:lnTo>
                <a:lnTo>
                  <a:pt x="667" y="869"/>
                </a:lnTo>
                <a:lnTo>
                  <a:pt x="669" y="871"/>
                </a:lnTo>
                <a:lnTo>
                  <a:pt x="671" y="872"/>
                </a:lnTo>
                <a:lnTo>
                  <a:pt x="674" y="873"/>
                </a:lnTo>
                <a:lnTo>
                  <a:pt x="677" y="873"/>
                </a:lnTo>
                <a:lnTo>
                  <a:pt x="858" y="873"/>
                </a:lnTo>
                <a:lnTo>
                  <a:pt x="861" y="873"/>
                </a:lnTo>
                <a:lnTo>
                  <a:pt x="864" y="872"/>
                </a:lnTo>
                <a:lnTo>
                  <a:pt x="866" y="871"/>
                </a:lnTo>
                <a:lnTo>
                  <a:pt x="868" y="869"/>
                </a:lnTo>
                <a:lnTo>
                  <a:pt x="870" y="867"/>
                </a:lnTo>
                <a:lnTo>
                  <a:pt x="871" y="863"/>
                </a:lnTo>
                <a:lnTo>
                  <a:pt x="873" y="861"/>
                </a:lnTo>
                <a:lnTo>
                  <a:pt x="873" y="858"/>
                </a:lnTo>
                <a:lnTo>
                  <a:pt x="873" y="677"/>
                </a:lnTo>
                <a:lnTo>
                  <a:pt x="873" y="675"/>
                </a:lnTo>
                <a:lnTo>
                  <a:pt x="871" y="671"/>
                </a:lnTo>
                <a:lnTo>
                  <a:pt x="870" y="669"/>
                </a:lnTo>
                <a:lnTo>
                  <a:pt x="868" y="667"/>
                </a:lnTo>
                <a:lnTo>
                  <a:pt x="866" y="665"/>
                </a:lnTo>
                <a:lnTo>
                  <a:pt x="864" y="664"/>
                </a:lnTo>
                <a:lnTo>
                  <a:pt x="861" y="663"/>
                </a:lnTo>
                <a:lnTo>
                  <a:pt x="858" y="6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s-ES" dirty="0"/>
          </a:p>
        </p:txBody>
      </p:sp>
      <p:grpSp>
        <p:nvGrpSpPr>
          <p:cNvPr id="1067" name="Google Shape;337;p17">
            <a:extLst>
              <a:ext uri="{FF2B5EF4-FFF2-40B4-BE49-F238E27FC236}">
                <a16:creationId xmlns:a16="http://schemas.microsoft.com/office/drawing/2014/main" id="{D431C8CE-3713-E6B8-841A-8E54AA713625}"/>
              </a:ext>
            </a:extLst>
          </p:cNvPr>
          <p:cNvGrpSpPr/>
          <p:nvPr/>
        </p:nvGrpSpPr>
        <p:grpSpPr>
          <a:xfrm>
            <a:off x="10064281" y="912810"/>
            <a:ext cx="360000" cy="360000"/>
            <a:chOff x="1190625" y="238125"/>
            <a:chExt cx="5238750" cy="5238750"/>
          </a:xfrm>
          <a:solidFill>
            <a:schemeClr val="bg1"/>
          </a:solidFill>
        </p:grpSpPr>
        <p:sp>
          <p:nvSpPr>
            <p:cNvPr id="1068" name="Google Shape;338;p17">
              <a:extLst>
                <a:ext uri="{FF2B5EF4-FFF2-40B4-BE49-F238E27FC236}">
                  <a16:creationId xmlns:a16="http://schemas.microsoft.com/office/drawing/2014/main" id="{124FF0D2-C735-6901-45C6-D29FAD5198A7}"/>
                </a:ext>
              </a:extLst>
            </p:cNvPr>
            <p:cNvSpPr/>
            <p:nvPr/>
          </p:nvSpPr>
          <p:spPr>
            <a:xfrm>
              <a:off x="3807425" y="2386825"/>
              <a:ext cx="1355750" cy="306975"/>
            </a:xfrm>
            <a:custGeom>
              <a:avLst/>
              <a:gdLst/>
              <a:ahLst/>
              <a:cxnLst/>
              <a:rect l="l" t="t" r="r" b="b"/>
              <a:pathLst>
                <a:path w="54230" h="12279" extrusionOk="0">
                  <a:moveTo>
                    <a:pt x="5628" y="0"/>
                  </a:moveTo>
                  <a:lnTo>
                    <a:pt x="5219" y="1740"/>
                  </a:lnTo>
                  <a:lnTo>
                    <a:pt x="4707" y="3377"/>
                  </a:lnTo>
                  <a:lnTo>
                    <a:pt x="4093" y="5014"/>
                  </a:lnTo>
                  <a:lnTo>
                    <a:pt x="3480" y="6549"/>
                  </a:lnTo>
                  <a:lnTo>
                    <a:pt x="2661" y="8083"/>
                  </a:lnTo>
                  <a:lnTo>
                    <a:pt x="1842" y="9516"/>
                  </a:lnTo>
                  <a:lnTo>
                    <a:pt x="922" y="10948"/>
                  </a:lnTo>
                  <a:lnTo>
                    <a:pt x="1" y="12279"/>
                  </a:lnTo>
                  <a:lnTo>
                    <a:pt x="51058" y="12279"/>
                  </a:lnTo>
                  <a:lnTo>
                    <a:pt x="52081" y="9209"/>
                  </a:lnTo>
                  <a:lnTo>
                    <a:pt x="53002" y="6242"/>
                  </a:lnTo>
                  <a:lnTo>
                    <a:pt x="53718" y="3172"/>
                  </a:lnTo>
                  <a:lnTo>
                    <a:pt x="542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339;p17">
              <a:extLst>
                <a:ext uri="{FF2B5EF4-FFF2-40B4-BE49-F238E27FC236}">
                  <a16:creationId xmlns:a16="http://schemas.microsoft.com/office/drawing/2014/main" id="{A8465301-347C-4235-CD7E-6EF14C04D653}"/>
                </a:ext>
              </a:extLst>
            </p:cNvPr>
            <p:cNvSpPr/>
            <p:nvPr/>
          </p:nvSpPr>
          <p:spPr>
            <a:xfrm>
              <a:off x="2735625" y="1772900"/>
              <a:ext cx="920900" cy="920900"/>
            </a:xfrm>
            <a:custGeom>
              <a:avLst/>
              <a:gdLst/>
              <a:ahLst/>
              <a:cxnLst/>
              <a:rect l="l" t="t" r="r" b="b"/>
              <a:pathLst>
                <a:path w="36836" h="36836" extrusionOk="0">
                  <a:moveTo>
                    <a:pt x="24558" y="12279"/>
                  </a:moveTo>
                  <a:lnTo>
                    <a:pt x="24558" y="24557"/>
                  </a:lnTo>
                  <a:lnTo>
                    <a:pt x="12279" y="24557"/>
                  </a:lnTo>
                  <a:lnTo>
                    <a:pt x="12279" y="12279"/>
                  </a:lnTo>
                  <a:close/>
                  <a:moveTo>
                    <a:pt x="18418" y="1"/>
                  </a:moveTo>
                  <a:lnTo>
                    <a:pt x="16474" y="103"/>
                  </a:lnTo>
                  <a:lnTo>
                    <a:pt x="14735" y="410"/>
                  </a:lnTo>
                  <a:lnTo>
                    <a:pt x="12893" y="819"/>
                  </a:lnTo>
                  <a:lnTo>
                    <a:pt x="11256" y="1433"/>
                  </a:lnTo>
                  <a:lnTo>
                    <a:pt x="9619" y="2252"/>
                  </a:lnTo>
                  <a:lnTo>
                    <a:pt x="8084" y="3173"/>
                  </a:lnTo>
                  <a:lnTo>
                    <a:pt x="6652" y="4196"/>
                  </a:lnTo>
                  <a:lnTo>
                    <a:pt x="5424" y="5424"/>
                  </a:lnTo>
                  <a:lnTo>
                    <a:pt x="4196" y="6754"/>
                  </a:lnTo>
                  <a:lnTo>
                    <a:pt x="3173" y="8084"/>
                  </a:lnTo>
                  <a:lnTo>
                    <a:pt x="2252" y="9619"/>
                  </a:lnTo>
                  <a:lnTo>
                    <a:pt x="1433" y="11256"/>
                  </a:lnTo>
                  <a:lnTo>
                    <a:pt x="819" y="12995"/>
                  </a:lnTo>
                  <a:lnTo>
                    <a:pt x="410" y="14735"/>
                  </a:lnTo>
                  <a:lnTo>
                    <a:pt x="103" y="16576"/>
                  </a:lnTo>
                  <a:lnTo>
                    <a:pt x="1" y="18418"/>
                  </a:lnTo>
                  <a:lnTo>
                    <a:pt x="103" y="20362"/>
                  </a:lnTo>
                  <a:lnTo>
                    <a:pt x="410" y="22204"/>
                  </a:lnTo>
                  <a:lnTo>
                    <a:pt x="819" y="23943"/>
                  </a:lnTo>
                  <a:lnTo>
                    <a:pt x="1433" y="25580"/>
                  </a:lnTo>
                  <a:lnTo>
                    <a:pt x="2252" y="27218"/>
                  </a:lnTo>
                  <a:lnTo>
                    <a:pt x="3173" y="28752"/>
                  </a:lnTo>
                  <a:lnTo>
                    <a:pt x="4196" y="30185"/>
                  </a:lnTo>
                  <a:lnTo>
                    <a:pt x="5424" y="31515"/>
                  </a:lnTo>
                  <a:lnTo>
                    <a:pt x="6652" y="32640"/>
                  </a:lnTo>
                  <a:lnTo>
                    <a:pt x="8084" y="33766"/>
                  </a:lnTo>
                  <a:lnTo>
                    <a:pt x="9619" y="34687"/>
                  </a:lnTo>
                  <a:lnTo>
                    <a:pt x="11256" y="35403"/>
                  </a:lnTo>
                  <a:lnTo>
                    <a:pt x="12893" y="36017"/>
                  </a:lnTo>
                  <a:lnTo>
                    <a:pt x="14735" y="36529"/>
                  </a:lnTo>
                  <a:lnTo>
                    <a:pt x="16474" y="36733"/>
                  </a:lnTo>
                  <a:lnTo>
                    <a:pt x="18418" y="36836"/>
                  </a:lnTo>
                  <a:lnTo>
                    <a:pt x="20260" y="36733"/>
                  </a:lnTo>
                  <a:lnTo>
                    <a:pt x="22102" y="36529"/>
                  </a:lnTo>
                  <a:lnTo>
                    <a:pt x="23944" y="36017"/>
                  </a:lnTo>
                  <a:lnTo>
                    <a:pt x="25581" y="35403"/>
                  </a:lnTo>
                  <a:lnTo>
                    <a:pt x="27218" y="34687"/>
                  </a:lnTo>
                  <a:lnTo>
                    <a:pt x="28753" y="33766"/>
                  </a:lnTo>
                  <a:lnTo>
                    <a:pt x="30185" y="32640"/>
                  </a:lnTo>
                  <a:lnTo>
                    <a:pt x="31413" y="31515"/>
                  </a:lnTo>
                  <a:lnTo>
                    <a:pt x="32641" y="30185"/>
                  </a:lnTo>
                  <a:lnTo>
                    <a:pt x="33664" y="28752"/>
                  </a:lnTo>
                  <a:lnTo>
                    <a:pt x="34585" y="27218"/>
                  </a:lnTo>
                  <a:lnTo>
                    <a:pt x="35403" y="25580"/>
                  </a:lnTo>
                  <a:lnTo>
                    <a:pt x="36017" y="23943"/>
                  </a:lnTo>
                  <a:lnTo>
                    <a:pt x="36427" y="22204"/>
                  </a:lnTo>
                  <a:lnTo>
                    <a:pt x="36734" y="20362"/>
                  </a:lnTo>
                  <a:lnTo>
                    <a:pt x="36836" y="18418"/>
                  </a:lnTo>
                  <a:lnTo>
                    <a:pt x="36734" y="16576"/>
                  </a:lnTo>
                  <a:lnTo>
                    <a:pt x="36427" y="14735"/>
                  </a:lnTo>
                  <a:lnTo>
                    <a:pt x="36017" y="12995"/>
                  </a:lnTo>
                  <a:lnTo>
                    <a:pt x="35403" y="11256"/>
                  </a:lnTo>
                  <a:lnTo>
                    <a:pt x="34585" y="9619"/>
                  </a:lnTo>
                  <a:lnTo>
                    <a:pt x="33664" y="8084"/>
                  </a:lnTo>
                  <a:lnTo>
                    <a:pt x="32641" y="6754"/>
                  </a:lnTo>
                  <a:lnTo>
                    <a:pt x="31413" y="5424"/>
                  </a:lnTo>
                  <a:lnTo>
                    <a:pt x="30185" y="4196"/>
                  </a:lnTo>
                  <a:lnTo>
                    <a:pt x="28753" y="3173"/>
                  </a:lnTo>
                  <a:lnTo>
                    <a:pt x="27218" y="2252"/>
                  </a:lnTo>
                  <a:lnTo>
                    <a:pt x="25581" y="1433"/>
                  </a:lnTo>
                  <a:lnTo>
                    <a:pt x="23944" y="819"/>
                  </a:lnTo>
                  <a:lnTo>
                    <a:pt x="22102" y="410"/>
                  </a:lnTo>
                  <a:lnTo>
                    <a:pt x="20260" y="103"/>
                  </a:lnTo>
                  <a:lnTo>
                    <a:pt x="184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340;p17">
              <a:extLst>
                <a:ext uri="{FF2B5EF4-FFF2-40B4-BE49-F238E27FC236}">
                  <a16:creationId xmlns:a16="http://schemas.microsoft.com/office/drawing/2014/main" id="{390A09F1-1A57-05B8-7EE1-349EADDFE3C1}"/>
                </a:ext>
              </a:extLst>
            </p:cNvPr>
            <p:cNvSpPr/>
            <p:nvPr/>
          </p:nvSpPr>
          <p:spPr>
            <a:xfrm>
              <a:off x="1190625" y="238125"/>
              <a:ext cx="3893275" cy="5238750"/>
            </a:xfrm>
            <a:custGeom>
              <a:avLst/>
              <a:gdLst/>
              <a:ahLst/>
              <a:cxnLst/>
              <a:rect l="l" t="t" r="r" b="b"/>
              <a:pathLst>
                <a:path w="155731" h="209550" extrusionOk="0">
                  <a:moveTo>
                    <a:pt x="86358" y="0"/>
                  </a:moveTo>
                  <a:lnTo>
                    <a:pt x="82879" y="102"/>
                  </a:lnTo>
                  <a:lnTo>
                    <a:pt x="79502" y="307"/>
                  </a:lnTo>
                  <a:lnTo>
                    <a:pt x="76228" y="716"/>
                  </a:lnTo>
                  <a:lnTo>
                    <a:pt x="72851" y="1228"/>
                  </a:lnTo>
                  <a:lnTo>
                    <a:pt x="69679" y="1842"/>
                  </a:lnTo>
                  <a:lnTo>
                    <a:pt x="66508" y="2660"/>
                  </a:lnTo>
                  <a:lnTo>
                    <a:pt x="63438" y="3581"/>
                  </a:lnTo>
                  <a:lnTo>
                    <a:pt x="60368" y="4604"/>
                  </a:lnTo>
                  <a:lnTo>
                    <a:pt x="57401" y="5832"/>
                  </a:lnTo>
                  <a:lnTo>
                    <a:pt x="54536" y="7060"/>
                  </a:lnTo>
                  <a:lnTo>
                    <a:pt x="51671" y="8493"/>
                  </a:lnTo>
                  <a:lnTo>
                    <a:pt x="48909" y="10027"/>
                  </a:lnTo>
                  <a:lnTo>
                    <a:pt x="46248" y="11664"/>
                  </a:lnTo>
                  <a:lnTo>
                    <a:pt x="43690" y="13404"/>
                  </a:lnTo>
                  <a:lnTo>
                    <a:pt x="41235" y="15246"/>
                  </a:lnTo>
                  <a:lnTo>
                    <a:pt x="38779" y="17190"/>
                  </a:lnTo>
                  <a:lnTo>
                    <a:pt x="36426" y="19236"/>
                  </a:lnTo>
                  <a:lnTo>
                    <a:pt x="34277" y="21385"/>
                  </a:lnTo>
                  <a:lnTo>
                    <a:pt x="32128" y="23636"/>
                  </a:lnTo>
                  <a:lnTo>
                    <a:pt x="30082" y="25989"/>
                  </a:lnTo>
                  <a:lnTo>
                    <a:pt x="28138" y="28342"/>
                  </a:lnTo>
                  <a:lnTo>
                    <a:pt x="26296" y="30798"/>
                  </a:lnTo>
                  <a:lnTo>
                    <a:pt x="24557" y="33356"/>
                  </a:lnTo>
                  <a:lnTo>
                    <a:pt x="22920" y="35914"/>
                  </a:lnTo>
                  <a:lnTo>
                    <a:pt x="21385" y="38574"/>
                  </a:lnTo>
                  <a:lnTo>
                    <a:pt x="20055" y="41235"/>
                  </a:lnTo>
                  <a:lnTo>
                    <a:pt x="18724" y="43997"/>
                  </a:lnTo>
                  <a:lnTo>
                    <a:pt x="17599" y="46862"/>
                  </a:lnTo>
                  <a:lnTo>
                    <a:pt x="16576" y="49727"/>
                  </a:lnTo>
                  <a:lnTo>
                    <a:pt x="15655" y="52694"/>
                  </a:lnTo>
                  <a:lnTo>
                    <a:pt x="14836" y="55559"/>
                  </a:lnTo>
                  <a:lnTo>
                    <a:pt x="14120" y="58629"/>
                  </a:lnTo>
                  <a:lnTo>
                    <a:pt x="13711" y="60778"/>
                  </a:lnTo>
                  <a:lnTo>
                    <a:pt x="13404" y="62926"/>
                  </a:lnTo>
                  <a:lnTo>
                    <a:pt x="13097" y="65177"/>
                  </a:lnTo>
                  <a:lnTo>
                    <a:pt x="12892" y="67326"/>
                  </a:lnTo>
                  <a:lnTo>
                    <a:pt x="12790" y="69475"/>
                  </a:lnTo>
                  <a:lnTo>
                    <a:pt x="12688" y="71624"/>
                  </a:lnTo>
                  <a:lnTo>
                    <a:pt x="12688" y="73772"/>
                  </a:lnTo>
                  <a:lnTo>
                    <a:pt x="12688" y="75921"/>
                  </a:lnTo>
                  <a:lnTo>
                    <a:pt x="12790" y="78070"/>
                  </a:lnTo>
                  <a:lnTo>
                    <a:pt x="12995" y="80218"/>
                  </a:lnTo>
                  <a:lnTo>
                    <a:pt x="13199" y="82367"/>
                  </a:lnTo>
                  <a:lnTo>
                    <a:pt x="13506" y="84516"/>
                  </a:lnTo>
                  <a:lnTo>
                    <a:pt x="13813" y="86562"/>
                  </a:lnTo>
                  <a:lnTo>
                    <a:pt x="14222" y="88711"/>
                  </a:lnTo>
                  <a:lnTo>
                    <a:pt x="14734" y="90757"/>
                  </a:lnTo>
                  <a:lnTo>
                    <a:pt x="15246" y="92804"/>
                  </a:lnTo>
                  <a:lnTo>
                    <a:pt x="0" y="118383"/>
                  </a:lnTo>
                  <a:lnTo>
                    <a:pt x="24966" y="136187"/>
                  </a:lnTo>
                  <a:lnTo>
                    <a:pt x="24966" y="171896"/>
                  </a:lnTo>
                  <a:lnTo>
                    <a:pt x="49523" y="171896"/>
                  </a:lnTo>
                  <a:lnTo>
                    <a:pt x="49523" y="209550"/>
                  </a:lnTo>
                  <a:lnTo>
                    <a:pt x="135471" y="209550"/>
                  </a:lnTo>
                  <a:lnTo>
                    <a:pt x="135471" y="184072"/>
                  </a:lnTo>
                  <a:lnTo>
                    <a:pt x="135573" y="179775"/>
                  </a:lnTo>
                  <a:lnTo>
                    <a:pt x="135675" y="175478"/>
                  </a:lnTo>
                  <a:lnTo>
                    <a:pt x="135982" y="171078"/>
                  </a:lnTo>
                  <a:lnTo>
                    <a:pt x="136392" y="166678"/>
                  </a:lnTo>
                  <a:lnTo>
                    <a:pt x="136903" y="162278"/>
                  </a:lnTo>
                  <a:lnTo>
                    <a:pt x="137620" y="157776"/>
                  </a:lnTo>
                  <a:lnTo>
                    <a:pt x="138336" y="153274"/>
                  </a:lnTo>
                  <a:lnTo>
                    <a:pt x="139257" y="148670"/>
                  </a:lnTo>
                  <a:lnTo>
                    <a:pt x="140280" y="144066"/>
                  </a:lnTo>
                  <a:lnTo>
                    <a:pt x="141405" y="139359"/>
                  </a:lnTo>
                  <a:lnTo>
                    <a:pt x="142735" y="134652"/>
                  </a:lnTo>
                  <a:lnTo>
                    <a:pt x="144066" y="129946"/>
                  </a:lnTo>
                  <a:lnTo>
                    <a:pt x="145600" y="125137"/>
                  </a:lnTo>
                  <a:lnTo>
                    <a:pt x="147238" y="120328"/>
                  </a:lnTo>
                  <a:lnTo>
                    <a:pt x="149079" y="115416"/>
                  </a:lnTo>
                  <a:lnTo>
                    <a:pt x="150921" y="110505"/>
                  </a:lnTo>
                  <a:lnTo>
                    <a:pt x="78684" y="110505"/>
                  </a:lnTo>
                  <a:lnTo>
                    <a:pt x="77046" y="110403"/>
                  </a:lnTo>
                  <a:lnTo>
                    <a:pt x="75512" y="110198"/>
                  </a:lnTo>
                  <a:lnTo>
                    <a:pt x="73977" y="109891"/>
                  </a:lnTo>
                  <a:lnTo>
                    <a:pt x="72544" y="109584"/>
                  </a:lnTo>
                  <a:lnTo>
                    <a:pt x="71112" y="109175"/>
                  </a:lnTo>
                  <a:lnTo>
                    <a:pt x="69679" y="108663"/>
                  </a:lnTo>
                  <a:lnTo>
                    <a:pt x="68247" y="108152"/>
                  </a:lnTo>
                  <a:lnTo>
                    <a:pt x="66917" y="107538"/>
                  </a:lnTo>
                  <a:lnTo>
                    <a:pt x="65587" y="106821"/>
                  </a:lnTo>
                  <a:lnTo>
                    <a:pt x="64257" y="106105"/>
                  </a:lnTo>
                  <a:lnTo>
                    <a:pt x="63029" y="105287"/>
                  </a:lnTo>
                  <a:lnTo>
                    <a:pt x="61801" y="104468"/>
                  </a:lnTo>
                  <a:lnTo>
                    <a:pt x="60675" y="103547"/>
                  </a:lnTo>
                  <a:lnTo>
                    <a:pt x="59550" y="102524"/>
                  </a:lnTo>
                  <a:lnTo>
                    <a:pt x="58527" y="101501"/>
                  </a:lnTo>
                  <a:lnTo>
                    <a:pt x="57503" y="100478"/>
                  </a:lnTo>
                  <a:lnTo>
                    <a:pt x="56480" y="99352"/>
                  </a:lnTo>
                  <a:lnTo>
                    <a:pt x="55662" y="98227"/>
                  </a:lnTo>
                  <a:lnTo>
                    <a:pt x="54741" y="96999"/>
                  </a:lnTo>
                  <a:lnTo>
                    <a:pt x="53922" y="95771"/>
                  </a:lnTo>
                  <a:lnTo>
                    <a:pt x="53206" y="94441"/>
                  </a:lnTo>
                  <a:lnTo>
                    <a:pt x="52592" y="93111"/>
                  </a:lnTo>
                  <a:lnTo>
                    <a:pt x="51978" y="91780"/>
                  </a:lnTo>
                  <a:lnTo>
                    <a:pt x="51364" y="90348"/>
                  </a:lnTo>
                  <a:lnTo>
                    <a:pt x="50853" y="88916"/>
                  </a:lnTo>
                  <a:lnTo>
                    <a:pt x="50443" y="87483"/>
                  </a:lnTo>
                  <a:lnTo>
                    <a:pt x="50136" y="86051"/>
                  </a:lnTo>
                  <a:lnTo>
                    <a:pt x="49830" y="84516"/>
                  </a:lnTo>
                  <a:lnTo>
                    <a:pt x="49625" y="82981"/>
                  </a:lnTo>
                  <a:lnTo>
                    <a:pt x="49523" y="81446"/>
                  </a:lnTo>
                  <a:lnTo>
                    <a:pt x="49523" y="79809"/>
                  </a:lnTo>
                  <a:lnTo>
                    <a:pt x="49523" y="78274"/>
                  </a:lnTo>
                  <a:lnTo>
                    <a:pt x="49625" y="76740"/>
                  </a:lnTo>
                  <a:lnTo>
                    <a:pt x="49830" y="75205"/>
                  </a:lnTo>
                  <a:lnTo>
                    <a:pt x="50136" y="73670"/>
                  </a:lnTo>
                  <a:lnTo>
                    <a:pt x="50443" y="72135"/>
                  </a:lnTo>
                  <a:lnTo>
                    <a:pt x="50853" y="70703"/>
                  </a:lnTo>
                  <a:lnTo>
                    <a:pt x="51364" y="69270"/>
                  </a:lnTo>
                  <a:lnTo>
                    <a:pt x="51978" y="67838"/>
                  </a:lnTo>
                  <a:lnTo>
                    <a:pt x="52592" y="66508"/>
                  </a:lnTo>
                  <a:lnTo>
                    <a:pt x="53206" y="65177"/>
                  </a:lnTo>
                  <a:lnTo>
                    <a:pt x="53922" y="63950"/>
                  </a:lnTo>
                  <a:lnTo>
                    <a:pt x="54741" y="62722"/>
                  </a:lnTo>
                  <a:lnTo>
                    <a:pt x="55662" y="61494"/>
                  </a:lnTo>
                  <a:lnTo>
                    <a:pt x="56480" y="60266"/>
                  </a:lnTo>
                  <a:lnTo>
                    <a:pt x="57503" y="59243"/>
                  </a:lnTo>
                  <a:lnTo>
                    <a:pt x="58527" y="58117"/>
                  </a:lnTo>
                  <a:lnTo>
                    <a:pt x="59550" y="57094"/>
                  </a:lnTo>
                  <a:lnTo>
                    <a:pt x="60675" y="56173"/>
                  </a:lnTo>
                  <a:lnTo>
                    <a:pt x="61801" y="55252"/>
                  </a:lnTo>
                  <a:lnTo>
                    <a:pt x="63029" y="54332"/>
                  </a:lnTo>
                  <a:lnTo>
                    <a:pt x="64257" y="53615"/>
                  </a:lnTo>
                  <a:lnTo>
                    <a:pt x="65587" y="52797"/>
                  </a:lnTo>
                  <a:lnTo>
                    <a:pt x="66917" y="52183"/>
                  </a:lnTo>
                  <a:lnTo>
                    <a:pt x="68247" y="51569"/>
                  </a:lnTo>
                  <a:lnTo>
                    <a:pt x="69679" y="50955"/>
                  </a:lnTo>
                  <a:lnTo>
                    <a:pt x="71112" y="50546"/>
                  </a:lnTo>
                  <a:lnTo>
                    <a:pt x="72544" y="50136"/>
                  </a:lnTo>
                  <a:lnTo>
                    <a:pt x="73977" y="49727"/>
                  </a:lnTo>
                  <a:lnTo>
                    <a:pt x="75512" y="49523"/>
                  </a:lnTo>
                  <a:lnTo>
                    <a:pt x="77046" y="49318"/>
                  </a:lnTo>
                  <a:lnTo>
                    <a:pt x="78684" y="49216"/>
                  </a:lnTo>
                  <a:lnTo>
                    <a:pt x="80218" y="49113"/>
                  </a:lnTo>
                  <a:lnTo>
                    <a:pt x="155730" y="49113"/>
                  </a:lnTo>
                  <a:lnTo>
                    <a:pt x="154707" y="46453"/>
                  </a:lnTo>
                  <a:lnTo>
                    <a:pt x="153684" y="43895"/>
                  </a:lnTo>
                  <a:lnTo>
                    <a:pt x="152456" y="41337"/>
                  </a:lnTo>
                  <a:lnTo>
                    <a:pt x="151228" y="38881"/>
                  </a:lnTo>
                  <a:lnTo>
                    <a:pt x="149898" y="36426"/>
                  </a:lnTo>
                  <a:lnTo>
                    <a:pt x="148363" y="34072"/>
                  </a:lnTo>
                  <a:lnTo>
                    <a:pt x="146828" y="31719"/>
                  </a:lnTo>
                  <a:lnTo>
                    <a:pt x="145191" y="29468"/>
                  </a:lnTo>
                  <a:lnTo>
                    <a:pt x="143554" y="27319"/>
                  </a:lnTo>
                  <a:lnTo>
                    <a:pt x="141712" y="25171"/>
                  </a:lnTo>
                  <a:lnTo>
                    <a:pt x="139871" y="23124"/>
                  </a:lnTo>
                  <a:lnTo>
                    <a:pt x="137926" y="21078"/>
                  </a:lnTo>
                  <a:lnTo>
                    <a:pt x="135880" y="19236"/>
                  </a:lnTo>
                  <a:lnTo>
                    <a:pt x="133834" y="17394"/>
                  </a:lnTo>
                  <a:lnTo>
                    <a:pt x="131685" y="15655"/>
                  </a:lnTo>
                  <a:lnTo>
                    <a:pt x="129434" y="13915"/>
                  </a:lnTo>
                  <a:lnTo>
                    <a:pt x="127081" y="12381"/>
                  </a:lnTo>
                  <a:lnTo>
                    <a:pt x="124727" y="10846"/>
                  </a:lnTo>
                  <a:lnTo>
                    <a:pt x="122374" y="9413"/>
                  </a:lnTo>
                  <a:lnTo>
                    <a:pt x="119918" y="8083"/>
                  </a:lnTo>
                  <a:lnTo>
                    <a:pt x="117360" y="6855"/>
                  </a:lnTo>
                  <a:lnTo>
                    <a:pt x="114700" y="5730"/>
                  </a:lnTo>
                  <a:lnTo>
                    <a:pt x="112142" y="4707"/>
                  </a:lnTo>
                  <a:lnTo>
                    <a:pt x="109379" y="3786"/>
                  </a:lnTo>
                  <a:lnTo>
                    <a:pt x="106719" y="2865"/>
                  </a:lnTo>
                  <a:lnTo>
                    <a:pt x="103854" y="2149"/>
                  </a:lnTo>
                  <a:lnTo>
                    <a:pt x="101092" y="1535"/>
                  </a:lnTo>
                  <a:lnTo>
                    <a:pt x="98227" y="1023"/>
                  </a:lnTo>
                  <a:lnTo>
                    <a:pt x="95259" y="614"/>
                  </a:lnTo>
                  <a:lnTo>
                    <a:pt x="92292" y="307"/>
                  </a:lnTo>
                  <a:lnTo>
                    <a:pt x="89325" y="102"/>
                  </a:lnTo>
                  <a:lnTo>
                    <a:pt x="86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341;p17">
              <a:extLst>
                <a:ext uri="{FF2B5EF4-FFF2-40B4-BE49-F238E27FC236}">
                  <a16:creationId xmlns:a16="http://schemas.microsoft.com/office/drawing/2014/main" id="{5A2AA074-34EA-17CA-F461-AF7CA77BAB6C}"/>
                </a:ext>
              </a:extLst>
            </p:cNvPr>
            <p:cNvSpPr/>
            <p:nvPr/>
          </p:nvSpPr>
          <p:spPr>
            <a:xfrm>
              <a:off x="3807425" y="1772900"/>
              <a:ext cx="1383900" cy="306975"/>
            </a:xfrm>
            <a:custGeom>
              <a:avLst/>
              <a:gdLst/>
              <a:ahLst/>
              <a:cxnLst/>
              <a:rect l="l" t="t" r="r" b="b"/>
              <a:pathLst>
                <a:path w="55356" h="12279" extrusionOk="0">
                  <a:moveTo>
                    <a:pt x="1" y="1"/>
                  </a:moveTo>
                  <a:lnTo>
                    <a:pt x="922" y="1433"/>
                  </a:lnTo>
                  <a:lnTo>
                    <a:pt x="1842" y="2763"/>
                  </a:lnTo>
                  <a:lnTo>
                    <a:pt x="2661" y="4298"/>
                  </a:lnTo>
                  <a:lnTo>
                    <a:pt x="3480" y="5833"/>
                  </a:lnTo>
                  <a:lnTo>
                    <a:pt x="4093" y="7368"/>
                  </a:lnTo>
                  <a:lnTo>
                    <a:pt x="4707" y="9005"/>
                  </a:lnTo>
                  <a:lnTo>
                    <a:pt x="5219" y="10642"/>
                  </a:lnTo>
                  <a:lnTo>
                    <a:pt x="5628" y="12279"/>
                  </a:lnTo>
                  <a:lnTo>
                    <a:pt x="55355" y="12279"/>
                  </a:lnTo>
                  <a:lnTo>
                    <a:pt x="55253" y="9209"/>
                  </a:lnTo>
                  <a:lnTo>
                    <a:pt x="55048" y="6140"/>
                  </a:lnTo>
                  <a:lnTo>
                    <a:pt x="54742" y="3070"/>
                  </a:lnTo>
                  <a:lnTo>
                    <a:pt x="54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342;p17">
              <a:extLst>
                <a:ext uri="{FF2B5EF4-FFF2-40B4-BE49-F238E27FC236}">
                  <a16:creationId xmlns:a16="http://schemas.microsoft.com/office/drawing/2014/main" id="{ECF6A917-3A42-6F31-1189-301B31077742}"/>
                </a:ext>
              </a:extLst>
            </p:cNvPr>
            <p:cNvSpPr/>
            <p:nvPr/>
          </p:nvSpPr>
          <p:spPr>
            <a:xfrm>
              <a:off x="5083875" y="545075"/>
              <a:ext cx="1345500" cy="1227850"/>
            </a:xfrm>
            <a:custGeom>
              <a:avLst/>
              <a:gdLst/>
              <a:ahLst/>
              <a:cxnLst/>
              <a:rect l="l" t="t" r="r" b="b"/>
              <a:pathLst>
                <a:path w="53820" h="49114" extrusionOk="0">
                  <a:moveTo>
                    <a:pt x="34993" y="0"/>
                  </a:moveTo>
                  <a:lnTo>
                    <a:pt x="33152" y="103"/>
                  </a:lnTo>
                  <a:lnTo>
                    <a:pt x="31310" y="410"/>
                  </a:lnTo>
                  <a:lnTo>
                    <a:pt x="29468" y="819"/>
                  </a:lnTo>
                  <a:lnTo>
                    <a:pt x="27831" y="1433"/>
                  </a:lnTo>
                  <a:lnTo>
                    <a:pt x="26194" y="2251"/>
                  </a:lnTo>
                  <a:lnTo>
                    <a:pt x="24659" y="3172"/>
                  </a:lnTo>
                  <a:lnTo>
                    <a:pt x="23227" y="4195"/>
                  </a:lnTo>
                  <a:lnTo>
                    <a:pt x="21999" y="5423"/>
                  </a:lnTo>
                  <a:lnTo>
                    <a:pt x="20771" y="6753"/>
                  </a:lnTo>
                  <a:lnTo>
                    <a:pt x="19748" y="8186"/>
                  </a:lnTo>
                  <a:lnTo>
                    <a:pt x="18827" y="9618"/>
                  </a:lnTo>
                  <a:lnTo>
                    <a:pt x="18008" y="11255"/>
                  </a:lnTo>
                  <a:lnTo>
                    <a:pt x="17394" y="12995"/>
                  </a:lnTo>
                  <a:lnTo>
                    <a:pt x="16985" y="14734"/>
                  </a:lnTo>
                  <a:lnTo>
                    <a:pt x="16678" y="16576"/>
                  </a:lnTo>
                  <a:lnTo>
                    <a:pt x="16576" y="18418"/>
                  </a:lnTo>
                  <a:lnTo>
                    <a:pt x="16678" y="20567"/>
                  </a:lnTo>
                  <a:lnTo>
                    <a:pt x="16985" y="22511"/>
                  </a:lnTo>
                  <a:lnTo>
                    <a:pt x="17599" y="24455"/>
                  </a:lnTo>
                  <a:lnTo>
                    <a:pt x="18315" y="26399"/>
                  </a:lnTo>
                  <a:lnTo>
                    <a:pt x="7879" y="36835"/>
                  </a:lnTo>
                  <a:lnTo>
                    <a:pt x="0" y="36835"/>
                  </a:lnTo>
                  <a:lnTo>
                    <a:pt x="1023" y="39803"/>
                  </a:lnTo>
                  <a:lnTo>
                    <a:pt x="1944" y="42872"/>
                  </a:lnTo>
                  <a:lnTo>
                    <a:pt x="2660" y="45942"/>
                  </a:lnTo>
                  <a:lnTo>
                    <a:pt x="3172" y="49114"/>
                  </a:lnTo>
                  <a:lnTo>
                    <a:pt x="12995" y="49114"/>
                  </a:lnTo>
                  <a:lnTo>
                    <a:pt x="27115" y="35096"/>
                  </a:lnTo>
                  <a:lnTo>
                    <a:pt x="28956" y="35812"/>
                  </a:lnTo>
                  <a:lnTo>
                    <a:pt x="30900" y="36426"/>
                  </a:lnTo>
                  <a:lnTo>
                    <a:pt x="32845" y="36733"/>
                  </a:lnTo>
                  <a:lnTo>
                    <a:pt x="34993" y="36835"/>
                  </a:lnTo>
                  <a:lnTo>
                    <a:pt x="36835" y="36733"/>
                  </a:lnTo>
                  <a:lnTo>
                    <a:pt x="38677" y="36528"/>
                  </a:lnTo>
                  <a:lnTo>
                    <a:pt x="40518" y="36017"/>
                  </a:lnTo>
                  <a:lnTo>
                    <a:pt x="42258" y="35403"/>
                  </a:lnTo>
                  <a:lnTo>
                    <a:pt x="43895" y="34584"/>
                  </a:lnTo>
                  <a:lnTo>
                    <a:pt x="45430" y="33663"/>
                  </a:lnTo>
                  <a:lnTo>
                    <a:pt x="46862" y="32640"/>
                  </a:lnTo>
                  <a:lnTo>
                    <a:pt x="48192" y="31412"/>
                  </a:lnTo>
                  <a:lnTo>
                    <a:pt x="49420" y="30185"/>
                  </a:lnTo>
                  <a:lnTo>
                    <a:pt x="50546" y="28752"/>
                  </a:lnTo>
                  <a:lnTo>
                    <a:pt x="51467" y="27217"/>
                  </a:lnTo>
                  <a:lnTo>
                    <a:pt x="52285" y="25580"/>
                  </a:lnTo>
                  <a:lnTo>
                    <a:pt x="52899" y="23943"/>
                  </a:lnTo>
                  <a:lnTo>
                    <a:pt x="53411" y="22101"/>
                  </a:lnTo>
                  <a:lnTo>
                    <a:pt x="53718" y="20362"/>
                  </a:lnTo>
                  <a:lnTo>
                    <a:pt x="53820" y="18418"/>
                  </a:lnTo>
                  <a:lnTo>
                    <a:pt x="53718" y="16576"/>
                  </a:lnTo>
                  <a:lnTo>
                    <a:pt x="53411" y="14734"/>
                  </a:lnTo>
                  <a:lnTo>
                    <a:pt x="52899" y="12995"/>
                  </a:lnTo>
                  <a:lnTo>
                    <a:pt x="52285" y="11255"/>
                  </a:lnTo>
                  <a:lnTo>
                    <a:pt x="51467" y="9618"/>
                  </a:lnTo>
                  <a:lnTo>
                    <a:pt x="50546" y="8186"/>
                  </a:lnTo>
                  <a:lnTo>
                    <a:pt x="49420" y="6753"/>
                  </a:lnTo>
                  <a:lnTo>
                    <a:pt x="48192" y="5423"/>
                  </a:lnTo>
                  <a:lnTo>
                    <a:pt x="46862" y="4195"/>
                  </a:lnTo>
                  <a:lnTo>
                    <a:pt x="45430" y="3172"/>
                  </a:lnTo>
                  <a:lnTo>
                    <a:pt x="43895" y="2251"/>
                  </a:lnTo>
                  <a:lnTo>
                    <a:pt x="42258" y="1433"/>
                  </a:lnTo>
                  <a:lnTo>
                    <a:pt x="40518" y="819"/>
                  </a:lnTo>
                  <a:lnTo>
                    <a:pt x="38677" y="410"/>
                  </a:lnTo>
                  <a:lnTo>
                    <a:pt x="36835" y="103"/>
                  </a:lnTo>
                  <a:lnTo>
                    <a:pt x="349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343;p17">
              <a:extLst>
                <a:ext uri="{FF2B5EF4-FFF2-40B4-BE49-F238E27FC236}">
                  <a16:creationId xmlns:a16="http://schemas.microsoft.com/office/drawing/2014/main" id="{951C3F39-6A1A-4202-0CFE-6CA02E443CEF}"/>
                </a:ext>
              </a:extLst>
            </p:cNvPr>
            <p:cNvSpPr/>
            <p:nvPr/>
          </p:nvSpPr>
          <p:spPr>
            <a:xfrm>
              <a:off x="5163150" y="1772900"/>
              <a:ext cx="1266225" cy="920900"/>
            </a:xfrm>
            <a:custGeom>
              <a:avLst/>
              <a:gdLst/>
              <a:ahLst/>
              <a:cxnLst/>
              <a:rect l="l" t="t" r="r" b="b"/>
              <a:pathLst>
                <a:path w="50649" h="36836" extrusionOk="0">
                  <a:moveTo>
                    <a:pt x="31822" y="1"/>
                  </a:moveTo>
                  <a:lnTo>
                    <a:pt x="30287" y="103"/>
                  </a:lnTo>
                  <a:lnTo>
                    <a:pt x="28855" y="205"/>
                  </a:lnTo>
                  <a:lnTo>
                    <a:pt x="27423" y="512"/>
                  </a:lnTo>
                  <a:lnTo>
                    <a:pt x="26092" y="921"/>
                  </a:lnTo>
                  <a:lnTo>
                    <a:pt x="24762" y="1433"/>
                  </a:lnTo>
                  <a:lnTo>
                    <a:pt x="23432" y="2047"/>
                  </a:lnTo>
                  <a:lnTo>
                    <a:pt x="22204" y="2661"/>
                  </a:lnTo>
                  <a:lnTo>
                    <a:pt x="21079" y="3479"/>
                  </a:lnTo>
                  <a:lnTo>
                    <a:pt x="19953" y="4298"/>
                  </a:lnTo>
                  <a:lnTo>
                    <a:pt x="18930" y="5321"/>
                  </a:lnTo>
                  <a:lnTo>
                    <a:pt x="18009" y="6242"/>
                  </a:lnTo>
                  <a:lnTo>
                    <a:pt x="17088" y="7368"/>
                  </a:lnTo>
                  <a:lnTo>
                    <a:pt x="16270" y="8493"/>
                  </a:lnTo>
                  <a:lnTo>
                    <a:pt x="15553" y="9721"/>
                  </a:lnTo>
                  <a:lnTo>
                    <a:pt x="14940" y="10949"/>
                  </a:lnTo>
                  <a:lnTo>
                    <a:pt x="14428" y="12279"/>
                  </a:lnTo>
                  <a:lnTo>
                    <a:pt x="1126" y="12279"/>
                  </a:lnTo>
                  <a:lnTo>
                    <a:pt x="1024" y="15451"/>
                  </a:lnTo>
                  <a:lnTo>
                    <a:pt x="819" y="18520"/>
                  </a:lnTo>
                  <a:lnTo>
                    <a:pt x="513" y="21488"/>
                  </a:lnTo>
                  <a:lnTo>
                    <a:pt x="1" y="24557"/>
                  </a:lnTo>
                  <a:lnTo>
                    <a:pt x="14428" y="24557"/>
                  </a:lnTo>
                  <a:lnTo>
                    <a:pt x="14940" y="25887"/>
                  </a:lnTo>
                  <a:lnTo>
                    <a:pt x="15553" y="27115"/>
                  </a:lnTo>
                  <a:lnTo>
                    <a:pt x="16270" y="28343"/>
                  </a:lnTo>
                  <a:lnTo>
                    <a:pt x="17088" y="29469"/>
                  </a:lnTo>
                  <a:lnTo>
                    <a:pt x="18009" y="30594"/>
                  </a:lnTo>
                  <a:lnTo>
                    <a:pt x="18930" y="31617"/>
                  </a:lnTo>
                  <a:lnTo>
                    <a:pt x="19953" y="32538"/>
                  </a:lnTo>
                  <a:lnTo>
                    <a:pt x="21079" y="33357"/>
                  </a:lnTo>
                  <a:lnTo>
                    <a:pt x="22204" y="34175"/>
                  </a:lnTo>
                  <a:lnTo>
                    <a:pt x="23432" y="34891"/>
                  </a:lnTo>
                  <a:lnTo>
                    <a:pt x="24762" y="35403"/>
                  </a:lnTo>
                  <a:lnTo>
                    <a:pt x="26092" y="35915"/>
                  </a:lnTo>
                  <a:lnTo>
                    <a:pt x="27423" y="36324"/>
                  </a:lnTo>
                  <a:lnTo>
                    <a:pt x="28855" y="36631"/>
                  </a:lnTo>
                  <a:lnTo>
                    <a:pt x="30287" y="36836"/>
                  </a:lnTo>
                  <a:lnTo>
                    <a:pt x="31822" y="36836"/>
                  </a:lnTo>
                  <a:lnTo>
                    <a:pt x="33664" y="36733"/>
                  </a:lnTo>
                  <a:lnTo>
                    <a:pt x="35506" y="36529"/>
                  </a:lnTo>
                  <a:lnTo>
                    <a:pt x="37347" y="36017"/>
                  </a:lnTo>
                  <a:lnTo>
                    <a:pt x="39087" y="35403"/>
                  </a:lnTo>
                  <a:lnTo>
                    <a:pt x="40724" y="34585"/>
                  </a:lnTo>
                  <a:lnTo>
                    <a:pt x="42259" y="33664"/>
                  </a:lnTo>
                  <a:lnTo>
                    <a:pt x="43691" y="32640"/>
                  </a:lnTo>
                  <a:lnTo>
                    <a:pt x="45021" y="31413"/>
                  </a:lnTo>
                  <a:lnTo>
                    <a:pt x="46249" y="30185"/>
                  </a:lnTo>
                  <a:lnTo>
                    <a:pt x="47375" y="28752"/>
                  </a:lnTo>
                  <a:lnTo>
                    <a:pt x="48296" y="27218"/>
                  </a:lnTo>
                  <a:lnTo>
                    <a:pt x="49114" y="25580"/>
                  </a:lnTo>
                  <a:lnTo>
                    <a:pt x="49728" y="23943"/>
                  </a:lnTo>
                  <a:lnTo>
                    <a:pt x="50240" y="22102"/>
                  </a:lnTo>
                  <a:lnTo>
                    <a:pt x="50547" y="20362"/>
                  </a:lnTo>
                  <a:lnTo>
                    <a:pt x="50649" y="18418"/>
                  </a:lnTo>
                  <a:lnTo>
                    <a:pt x="50547" y="16576"/>
                  </a:lnTo>
                  <a:lnTo>
                    <a:pt x="50240" y="14735"/>
                  </a:lnTo>
                  <a:lnTo>
                    <a:pt x="49728" y="12995"/>
                  </a:lnTo>
                  <a:lnTo>
                    <a:pt x="49114" y="11256"/>
                  </a:lnTo>
                  <a:lnTo>
                    <a:pt x="48296" y="9619"/>
                  </a:lnTo>
                  <a:lnTo>
                    <a:pt x="47375" y="8186"/>
                  </a:lnTo>
                  <a:lnTo>
                    <a:pt x="46249" y="6754"/>
                  </a:lnTo>
                  <a:lnTo>
                    <a:pt x="45021" y="5424"/>
                  </a:lnTo>
                  <a:lnTo>
                    <a:pt x="43691" y="4196"/>
                  </a:lnTo>
                  <a:lnTo>
                    <a:pt x="42259" y="3173"/>
                  </a:lnTo>
                  <a:lnTo>
                    <a:pt x="40724" y="2252"/>
                  </a:lnTo>
                  <a:lnTo>
                    <a:pt x="39087" y="1433"/>
                  </a:lnTo>
                  <a:lnTo>
                    <a:pt x="37347" y="819"/>
                  </a:lnTo>
                  <a:lnTo>
                    <a:pt x="35506" y="410"/>
                  </a:lnTo>
                  <a:lnTo>
                    <a:pt x="33664" y="103"/>
                  </a:lnTo>
                  <a:lnTo>
                    <a:pt x="318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344;p17">
              <a:extLst>
                <a:ext uri="{FF2B5EF4-FFF2-40B4-BE49-F238E27FC236}">
                  <a16:creationId xmlns:a16="http://schemas.microsoft.com/office/drawing/2014/main" id="{CB163D54-853E-2F7F-7459-284438E51D1C}"/>
                </a:ext>
              </a:extLst>
            </p:cNvPr>
            <p:cNvSpPr/>
            <p:nvPr/>
          </p:nvSpPr>
          <p:spPr>
            <a:xfrm>
              <a:off x="4963650" y="2693775"/>
              <a:ext cx="1465725" cy="1227850"/>
            </a:xfrm>
            <a:custGeom>
              <a:avLst/>
              <a:gdLst/>
              <a:ahLst/>
              <a:cxnLst/>
              <a:rect l="l" t="t" r="r" b="b"/>
              <a:pathLst>
                <a:path w="58629" h="49114" extrusionOk="0">
                  <a:moveTo>
                    <a:pt x="4809" y="1"/>
                  </a:moveTo>
                  <a:lnTo>
                    <a:pt x="4400" y="1228"/>
                  </a:lnTo>
                  <a:lnTo>
                    <a:pt x="3990" y="2354"/>
                  </a:lnTo>
                  <a:lnTo>
                    <a:pt x="2967" y="4810"/>
                  </a:lnTo>
                  <a:lnTo>
                    <a:pt x="1637" y="7981"/>
                  </a:lnTo>
                  <a:lnTo>
                    <a:pt x="0" y="12279"/>
                  </a:lnTo>
                  <a:lnTo>
                    <a:pt x="12688" y="12279"/>
                  </a:lnTo>
                  <a:lnTo>
                    <a:pt x="23124" y="22818"/>
                  </a:lnTo>
                  <a:lnTo>
                    <a:pt x="22408" y="24660"/>
                  </a:lnTo>
                  <a:lnTo>
                    <a:pt x="21794" y="26604"/>
                  </a:lnTo>
                  <a:lnTo>
                    <a:pt x="21487" y="28650"/>
                  </a:lnTo>
                  <a:lnTo>
                    <a:pt x="21385" y="30696"/>
                  </a:lnTo>
                  <a:lnTo>
                    <a:pt x="21487" y="32640"/>
                  </a:lnTo>
                  <a:lnTo>
                    <a:pt x="21794" y="34380"/>
                  </a:lnTo>
                  <a:lnTo>
                    <a:pt x="22203" y="36222"/>
                  </a:lnTo>
                  <a:lnTo>
                    <a:pt x="22817" y="37859"/>
                  </a:lnTo>
                  <a:lnTo>
                    <a:pt x="23636" y="39496"/>
                  </a:lnTo>
                  <a:lnTo>
                    <a:pt x="24557" y="41031"/>
                  </a:lnTo>
                  <a:lnTo>
                    <a:pt x="25580" y="42463"/>
                  </a:lnTo>
                  <a:lnTo>
                    <a:pt x="26808" y="43691"/>
                  </a:lnTo>
                  <a:lnTo>
                    <a:pt x="28036" y="44919"/>
                  </a:lnTo>
                  <a:lnTo>
                    <a:pt x="29468" y="45942"/>
                  </a:lnTo>
                  <a:lnTo>
                    <a:pt x="31003" y="46863"/>
                  </a:lnTo>
                  <a:lnTo>
                    <a:pt x="32640" y="47681"/>
                  </a:lnTo>
                  <a:lnTo>
                    <a:pt x="34277" y="48295"/>
                  </a:lnTo>
                  <a:lnTo>
                    <a:pt x="36119" y="48807"/>
                  </a:lnTo>
                  <a:lnTo>
                    <a:pt x="37961" y="49012"/>
                  </a:lnTo>
                  <a:lnTo>
                    <a:pt x="39802" y="49114"/>
                  </a:lnTo>
                  <a:lnTo>
                    <a:pt x="41644" y="49012"/>
                  </a:lnTo>
                  <a:lnTo>
                    <a:pt x="43486" y="48807"/>
                  </a:lnTo>
                  <a:lnTo>
                    <a:pt x="45327" y="48295"/>
                  </a:lnTo>
                  <a:lnTo>
                    <a:pt x="47067" y="47681"/>
                  </a:lnTo>
                  <a:lnTo>
                    <a:pt x="48704" y="46863"/>
                  </a:lnTo>
                  <a:lnTo>
                    <a:pt x="50239" y="45942"/>
                  </a:lnTo>
                  <a:lnTo>
                    <a:pt x="51671" y="44919"/>
                  </a:lnTo>
                  <a:lnTo>
                    <a:pt x="53001" y="43691"/>
                  </a:lnTo>
                  <a:lnTo>
                    <a:pt x="54229" y="42463"/>
                  </a:lnTo>
                  <a:lnTo>
                    <a:pt x="55355" y="41031"/>
                  </a:lnTo>
                  <a:lnTo>
                    <a:pt x="56276" y="39496"/>
                  </a:lnTo>
                  <a:lnTo>
                    <a:pt x="57094" y="37859"/>
                  </a:lnTo>
                  <a:lnTo>
                    <a:pt x="57708" y="36222"/>
                  </a:lnTo>
                  <a:lnTo>
                    <a:pt x="58220" y="34380"/>
                  </a:lnTo>
                  <a:lnTo>
                    <a:pt x="58527" y="32640"/>
                  </a:lnTo>
                  <a:lnTo>
                    <a:pt x="58629" y="30696"/>
                  </a:lnTo>
                  <a:lnTo>
                    <a:pt x="58527" y="28855"/>
                  </a:lnTo>
                  <a:lnTo>
                    <a:pt x="58220" y="27013"/>
                  </a:lnTo>
                  <a:lnTo>
                    <a:pt x="57708" y="25273"/>
                  </a:lnTo>
                  <a:lnTo>
                    <a:pt x="57094" y="23534"/>
                  </a:lnTo>
                  <a:lnTo>
                    <a:pt x="56276" y="21897"/>
                  </a:lnTo>
                  <a:lnTo>
                    <a:pt x="55355" y="20464"/>
                  </a:lnTo>
                  <a:lnTo>
                    <a:pt x="54229" y="19032"/>
                  </a:lnTo>
                  <a:lnTo>
                    <a:pt x="53001" y="17702"/>
                  </a:lnTo>
                  <a:lnTo>
                    <a:pt x="51671" y="16474"/>
                  </a:lnTo>
                  <a:lnTo>
                    <a:pt x="50239" y="15451"/>
                  </a:lnTo>
                  <a:lnTo>
                    <a:pt x="48704" y="14530"/>
                  </a:lnTo>
                  <a:lnTo>
                    <a:pt x="47067" y="13711"/>
                  </a:lnTo>
                  <a:lnTo>
                    <a:pt x="45327" y="13097"/>
                  </a:lnTo>
                  <a:lnTo>
                    <a:pt x="43486" y="12688"/>
                  </a:lnTo>
                  <a:lnTo>
                    <a:pt x="41644" y="12381"/>
                  </a:lnTo>
                  <a:lnTo>
                    <a:pt x="39802" y="12279"/>
                  </a:lnTo>
                  <a:lnTo>
                    <a:pt x="37654" y="12381"/>
                  </a:lnTo>
                  <a:lnTo>
                    <a:pt x="35709" y="12790"/>
                  </a:lnTo>
                  <a:lnTo>
                    <a:pt x="33765" y="13302"/>
                  </a:lnTo>
                  <a:lnTo>
                    <a:pt x="31924" y="14121"/>
                  </a:lnTo>
                  <a:lnTo>
                    <a:pt x="17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4" name="Rectángulo 1083">
            <a:extLst>
              <a:ext uri="{FF2B5EF4-FFF2-40B4-BE49-F238E27FC236}">
                <a16:creationId xmlns:a16="http://schemas.microsoft.com/office/drawing/2014/main" id="{43B66209-BFB8-91C3-00D2-04CE1C60EB92}"/>
              </a:ext>
            </a:extLst>
          </p:cNvPr>
          <p:cNvSpPr/>
          <p:nvPr/>
        </p:nvSpPr>
        <p:spPr>
          <a:xfrm>
            <a:off x="8439392" y="4269510"/>
            <a:ext cx="3419021" cy="4191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Stochastic Gradient Descent (SGD)</a:t>
            </a:r>
          </a:p>
        </p:txBody>
      </p:sp>
      <p:sp>
        <p:nvSpPr>
          <p:cNvPr id="1085" name="Rectángulo 1084">
            <a:extLst>
              <a:ext uri="{FF2B5EF4-FFF2-40B4-BE49-F238E27FC236}">
                <a16:creationId xmlns:a16="http://schemas.microsoft.com/office/drawing/2014/main" id="{A79E8892-49D9-AB4D-CC5F-8E353DC2CE29}"/>
              </a:ext>
            </a:extLst>
          </p:cNvPr>
          <p:cNvSpPr/>
          <p:nvPr/>
        </p:nvSpPr>
        <p:spPr>
          <a:xfrm>
            <a:off x="8439392" y="3853067"/>
            <a:ext cx="3419021" cy="4191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Bagged Decision Tree (BDT) </a:t>
            </a:r>
          </a:p>
        </p:txBody>
      </p:sp>
      <p:sp>
        <p:nvSpPr>
          <p:cNvPr id="1086" name="Rectángulo 1085">
            <a:extLst>
              <a:ext uri="{FF2B5EF4-FFF2-40B4-BE49-F238E27FC236}">
                <a16:creationId xmlns:a16="http://schemas.microsoft.com/office/drawing/2014/main" id="{4D141162-37BE-1229-6424-ED918AF38595}"/>
              </a:ext>
            </a:extLst>
          </p:cNvPr>
          <p:cNvSpPr/>
          <p:nvPr/>
        </p:nvSpPr>
        <p:spPr>
          <a:xfrm>
            <a:off x="8439392" y="3436623"/>
            <a:ext cx="3419021" cy="4191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Logistic Regression (LR)</a:t>
            </a:r>
          </a:p>
        </p:txBody>
      </p:sp>
      <p:sp>
        <p:nvSpPr>
          <p:cNvPr id="1087" name="Rectángulo 1086">
            <a:extLst>
              <a:ext uri="{FF2B5EF4-FFF2-40B4-BE49-F238E27FC236}">
                <a16:creationId xmlns:a16="http://schemas.microsoft.com/office/drawing/2014/main" id="{B4E876DB-61EC-1A1D-EE3F-7371FF868893}"/>
              </a:ext>
            </a:extLst>
          </p:cNvPr>
          <p:cNvSpPr/>
          <p:nvPr/>
        </p:nvSpPr>
        <p:spPr>
          <a:xfrm>
            <a:off x="8439392" y="5099740"/>
            <a:ext cx="3419021" cy="4191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Support Vector Machines (SVM)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ED140683-1BC1-F8A8-BCA9-EF49928E98B2}"/>
              </a:ext>
            </a:extLst>
          </p:cNvPr>
          <p:cNvSpPr/>
          <p:nvPr/>
        </p:nvSpPr>
        <p:spPr>
          <a:xfrm>
            <a:off x="8439392" y="4683297"/>
            <a:ext cx="3419021" cy="4191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K-Nearest Neighbors (KNN) 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1E1AFD0E-CF56-1A5C-85C0-D04286EC811F}"/>
              </a:ext>
            </a:extLst>
          </p:cNvPr>
          <p:cNvSpPr/>
          <p:nvPr/>
        </p:nvSpPr>
        <p:spPr>
          <a:xfrm>
            <a:off x="9819298" y="1838898"/>
            <a:ext cx="702308" cy="27699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Técnicas</a:t>
            </a:r>
          </a:p>
        </p:txBody>
      </p:sp>
    </p:spTree>
    <p:extLst>
      <p:ext uri="{BB962C8B-B14F-4D97-AF65-F5344CB8AC3E}">
        <p14:creationId xmlns:p14="http://schemas.microsoft.com/office/powerpoint/2010/main" val="271439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ítulo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30" y="283592"/>
            <a:ext cx="10948295" cy="332399"/>
          </a:xfrm>
        </p:spPr>
        <p:txBody>
          <a:bodyPr rtlCol="0"/>
          <a:lstStyle/>
          <a:p>
            <a:pPr algn="l" rtl="0"/>
            <a:r>
              <a:rPr lang="es-ES" sz="2400" b="1" dirty="0"/>
              <a:t>RESULTADOS - BL</a:t>
            </a:r>
          </a:p>
        </p:txBody>
      </p:sp>
      <p:sp>
        <p:nvSpPr>
          <p:cNvPr id="130" name="Marcador de número de diapositiva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6225" y="590303"/>
            <a:ext cx="419100" cy="365125"/>
          </a:xfrm>
        </p:spPr>
        <p:txBody>
          <a:bodyPr rtlCol="0"/>
          <a:lstStyle/>
          <a:p>
            <a:pPr rtl="0"/>
            <a:fld id="{0FD50806-BABF-4915-9689-3B9956D1C75C}" type="slidenum">
              <a:rPr lang="es-ES" smtClean="0"/>
              <a:pPr rtl="0"/>
              <a:t>6</a:t>
            </a:fld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CCEB99A-A3C6-1DC3-D000-5A08A281DC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66"/>
          <a:stretch/>
        </p:blipFill>
        <p:spPr>
          <a:xfrm>
            <a:off x="751945" y="894659"/>
            <a:ext cx="4695490" cy="3082982"/>
          </a:xfrm>
          <a:prstGeom prst="rect">
            <a:avLst/>
          </a:prstGeom>
        </p:spPr>
      </p:pic>
      <p:grpSp>
        <p:nvGrpSpPr>
          <p:cNvPr id="159" name="Grupo 158">
            <a:extLst>
              <a:ext uri="{FF2B5EF4-FFF2-40B4-BE49-F238E27FC236}">
                <a16:creationId xmlns:a16="http://schemas.microsoft.com/office/drawing/2014/main" id="{826B0A48-CB84-589E-6F9A-B8FB1E3CF644}"/>
              </a:ext>
            </a:extLst>
          </p:cNvPr>
          <p:cNvGrpSpPr/>
          <p:nvPr/>
        </p:nvGrpSpPr>
        <p:grpSpPr>
          <a:xfrm>
            <a:off x="5683619" y="1156447"/>
            <a:ext cx="2066926" cy="2472173"/>
            <a:chOff x="716280" y="3286125"/>
            <a:chExt cx="2066926" cy="2505076"/>
          </a:xfrm>
        </p:grpSpPr>
        <p:sp>
          <p:nvSpPr>
            <p:cNvPr id="118" name="Rectángulo 117">
              <a:extLst>
                <a:ext uri="{FF2B5EF4-FFF2-40B4-BE49-F238E27FC236}">
                  <a16:creationId xmlns:a16="http://schemas.microsoft.com/office/drawing/2014/main" id="{8184D3DF-45BB-2DBC-042B-CD340B6B1EEE}"/>
                </a:ext>
              </a:extLst>
            </p:cNvPr>
            <p:cNvSpPr/>
            <p:nvPr/>
          </p:nvSpPr>
          <p:spPr>
            <a:xfrm>
              <a:off x="716280" y="4782949"/>
              <a:ext cx="2066925" cy="1008252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grpSp>
          <p:nvGrpSpPr>
            <p:cNvPr id="119" name="Grupo 118">
              <a:extLst>
                <a:ext uri="{FF2B5EF4-FFF2-40B4-BE49-F238E27FC236}">
                  <a16:creationId xmlns:a16="http://schemas.microsoft.com/office/drawing/2014/main" id="{D6DEF006-496B-2408-F45F-FACE111D41E1}"/>
                </a:ext>
              </a:extLst>
            </p:cNvPr>
            <p:cNvGrpSpPr/>
            <p:nvPr/>
          </p:nvGrpSpPr>
          <p:grpSpPr>
            <a:xfrm>
              <a:off x="1046988" y="3286125"/>
              <a:ext cx="1405509" cy="1242078"/>
              <a:chOff x="749625" y="2041702"/>
              <a:chExt cx="3781664" cy="3526921"/>
            </a:xfrm>
          </p:grpSpPr>
          <p:graphicFrame>
            <p:nvGraphicFramePr>
              <p:cNvPr id="133" name="Gráfico 132">
                <a:extLst>
                  <a:ext uri="{FF2B5EF4-FFF2-40B4-BE49-F238E27FC236}">
                    <a16:creationId xmlns:a16="http://schemas.microsoft.com/office/drawing/2014/main" id="{5EDCF257-058B-4E23-A0F3-1E9B2E4A7F4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80624990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134" name="Elipse 133">
                <a:extLst>
                  <a:ext uri="{FF2B5EF4-FFF2-40B4-BE49-F238E27FC236}">
                    <a16:creationId xmlns:a16="http://schemas.microsoft.com/office/drawing/2014/main" id="{0A433E77-4A83-3D4C-A8EE-14CCF9BA599B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/>
                <a:endParaRPr lang="es-ES" sz="800" b="1" dirty="0">
                  <a:solidFill>
                    <a:srgbClr val="CE295E"/>
                  </a:solidFill>
                </a:endParaRPr>
              </a:p>
            </p:txBody>
          </p:sp>
        </p:grpSp>
        <p:sp>
          <p:nvSpPr>
            <p:cNvPr id="120" name="Rectángulo: Esquinas redondeadas 6">
              <a:extLst>
                <a:ext uri="{FF2B5EF4-FFF2-40B4-BE49-F238E27FC236}">
                  <a16:creationId xmlns:a16="http://schemas.microsoft.com/office/drawing/2014/main" id="{DE7F63F2-3BDA-78B2-429F-02E0958F89AF}"/>
                </a:ext>
              </a:extLst>
            </p:cNvPr>
            <p:cNvSpPr/>
            <p:nvPr/>
          </p:nvSpPr>
          <p:spPr>
            <a:xfrm>
              <a:off x="872274" y="4621752"/>
              <a:ext cx="1728937" cy="322393"/>
            </a:xfrm>
            <a:prstGeom prst="roundRect">
              <a:avLst>
                <a:gd name="adj" fmla="val 5000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sz="1600" b="1" dirty="0"/>
                <a:t>Importancia</a:t>
              </a:r>
            </a:p>
          </p:txBody>
        </p:sp>
        <p:sp>
          <p:nvSpPr>
            <p:cNvPr id="121" name="Cuadro de texto 47">
              <a:extLst>
                <a:ext uri="{FF2B5EF4-FFF2-40B4-BE49-F238E27FC236}">
                  <a16:creationId xmlns:a16="http://schemas.microsoft.com/office/drawing/2014/main" id="{220F6EEF-0BE0-BD9D-6BC2-5971B0F065C1}"/>
                </a:ext>
              </a:extLst>
            </p:cNvPr>
            <p:cNvSpPr txBox="1"/>
            <p:nvPr/>
          </p:nvSpPr>
          <p:spPr>
            <a:xfrm>
              <a:off x="754288" y="5037694"/>
              <a:ext cx="2028918" cy="646331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Número de veces de caer en default en 60-89 días; y 90 días en adelante.</a:t>
              </a:r>
            </a:p>
          </p:txBody>
        </p:sp>
        <p:sp>
          <p:nvSpPr>
            <p:cNvPr id="158" name="CuadroTexto 157">
              <a:extLst>
                <a:ext uri="{FF2B5EF4-FFF2-40B4-BE49-F238E27FC236}">
                  <a16:creationId xmlns:a16="http://schemas.microsoft.com/office/drawing/2014/main" id="{C1E69DFE-28D4-DCE7-6D02-E4B2EC3B1A01}"/>
                </a:ext>
              </a:extLst>
            </p:cNvPr>
            <p:cNvSpPr txBox="1"/>
            <p:nvPr/>
          </p:nvSpPr>
          <p:spPr>
            <a:xfrm>
              <a:off x="1395651" y="3719873"/>
              <a:ext cx="7105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600" b="1" dirty="0">
                  <a:solidFill>
                    <a:srgbClr val="CE295E"/>
                  </a:solidFill>
                </a:rPr>
                <a:t>87,5%</a:t>
              </a:r>
            </a:p>
          </p:txBody>
        </p:sp>
      </p:grp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B996298C-2961-0E28-A889-D4065CA1E07A}"/>
              </a:ext>
            </a:extLst>
          </p:cNvPr>
          <p:cNvSpPr txBox="1"/>
          <p:nvPr/>
        </p:nvSpPr>
        <p:spPr>
          <a:xfrm rot="16200000">
            <a:off x="-1002605" y="2236094"/>
            <a:ext cx="3082982" cy="40011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bg1"/>
                </a:solidFill>
              </a:rPr>
              <a:t>Importancia de Variables</a:t>
            </a: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3A0A6D74-FD33-4238-AECF-47B6EBCC7CA6}"/>
              </a:ext>
            </a:extLst>
          </p:cNvPr>
          <p:cNvSpPr txBox="1"/>
          <p:nvPr/>
        </p:nvSpPr>
        <p:spPr>
          <a:xfrm rot="16200000">
            <a:off x="-538455" y="4985587"/>
            <a:ext cx="2159420" cy="4048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bg1"/>
                </a:solidFill>
              </a:rPr>
              <a:t>ECM</a:t>
            </a:r>
          </a:p>
        </p:txBody>
      </p: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C34E8B07-411E-6240-85EF-8A946D8B8CDA}"/>
              </a:ext>
            </a:extLst>
          </p:cNvPr>
          <p:cNvGrpSpPr/>
          <p:nvPr/>
        </p:nvGrpSpPr>
        <p:grpSpPr>
          <a:xfrm>
            <a:off x="7956588" y="1158367"/>
            <a:ext cx="2066926" cy="2472173"/>
            <a:chOff x="716279" y="3286125"/>
            <a:chExt cx="2066926" cy="2505076"/>
          </a:xfrm>
        </p:grpSpPr>
        <p:sp>
          <p:nvSpPr>
            <p:cNvPr id="163" name="Rectángulo 162">
              <a:extLst>
                <a:ext uri="{FF2B5EF4-FFF2-40B4-BE49-F238E27FC236}">
                  <a16:creationId xmlns:a16="http://schemas.microsoft.com/office/drawing/2014/main" id="{6DC7AA61-FF9F-082D-FCEB-FFEEC39FA470}"/>
                </a:ext>
              </a:extLst>
            </p:cNvPr>
            <p:cNvSpPr/>
            <p:nvPr/>
          </p:nvSpPr>
          <p:spPr>
            <a:xfrm>
              <a:off x="716280" y="4782949"/>
              <a:ext cx="2066925" cy="1008252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1D0811FB-1169-E45D-4ACD-2CDBD7552392}"/>
                </a:ext>
              </a:extLst>
            </p:cNvPr>
            <p:cNvGrpSpPr/>
            <p:nvPr/>
          </p:nvGrpSpPr>
          <p:grpSpPr>
            <a:xfrm>
              <a:off x="1046988" y="3286125"/>
              <a:ext cx="1405509" cy="1242078"/>
              <a:chOff x="749625" y="2041702"/>
              <a:chExt cx="3781664" cy="3526921"/>
            </a:xfrm>
          </p:grpSpPr>
          <p:graphicFrame>
            <p:nvGraphicFramePr>
              <p:cNvPr id="168" name="Gráfico 167">
                <a:extLst>
                  <a:ext uri="{FF2B5EF4-FFF2-40B4-BE49-F238E27FC236}">
                    <a16:creationId xmlns:a16="http://schemas.microsoft.com/office/drawing/2014/main" id="{C526EC7C-A0FD-E185-F655-44504981CB1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15596071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169" name="Elipse 168">
                <a:extLst>
                  <a:ext uri="{FF2B5EF4-FFF2-40B4-BE49-F238E27FC236}">
                    <a16:creationId xmlns:a16="http://schemas.microsoft.com/office/drawing/2014/main" id="{55B57914-DA50-AD4A-6883-464A651D7DC4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/>
                <a:endParaRPr lang="es-ES" sz="800" b="1" dirty="0">
                  <a:solidFill>
                    <a:srgbClr val="CE295E"/>
                  </a:solidFill>
                </a:endParaRPr>
              </a:p>
            </p:txBody>
          </p:sp>
        </p:grpSp>
        <p:sp>
          <p:nvSpPr>
            <p:cNvPr id="165" name="Rectángulo: Esquinas redondeadas 6">
              <a:extLst>
                <a:ext uri="{FF2B5EF4-FFF2-40B4-BE49-F238E27FC236}">
                  <a16:creationId xmlns:a16="http://schemas.microsoft.com/office/drawing/2014/main" id="{3AAA37A9-9043-53B7-D2CA-49163D880C60}"/>
                </a:ext>
              </a:extLst>
            </p:cNvPr>
            <p:cNvSpPr/>
            <p:nvPr/>
          </p:nvSpPr>
          <p:spPr>
            <a:xfrm>
              <a:off x="872274" y="4621752"/>
              <a:ext cx="1728937" cy="32239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sz="1600" b="1" dirty="0"/>
                <a:t>Importancia</a:t>
              </a:r>
            </a:p>
          </p:txBody>
        </p:sp>
        <p:sp>
          <p:nvSpPr>
            <p:cNvPr id="166" name="Cuadro de texto 47">
              <a:extLst>
                <a:ext uri="{FF2B5EF4-FFF2-40B4-BE49-F238E27FC236}">
                  <a16:creationId xmlns:a16="http://schemas.microsoft.com/office/drawing/2014/main" id="{32597963-7AE5-2E8A-8C93-5ED65FCF45F7}"/>
                </a:ext>
              </a:extLst>
            </p:cNvPr>
            <p:cNvSpPr txBox="1"/>
            <p:nvPr/>
          </p:nvSpPr>
          <p:spPr>
            <a:xfrm>
              <a:off x="716279" y="5037694"/>
              <a:ext cx="2066925" cy="646331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Máxima de las demás variables, de ser seleccionadas.</a:t>
              </a:r>
            </a:p>
          </p:txBody>
        </p:sp>
        <p:sp>
          <p:nvSpPr>
            <p:cNvPr id="167" name="CuadroTexto 166">
              <a:extLst>
                <a:ext uri="{FF2B5EF4-FFF2-40B4-BE49-F238E27FC236}">
                  <a16:creationId xmlns:a16="http://schemas.microsoft.com/office/drawing/2014/main" id="{FB685556-F619-62C6-545D-AEF349B8A5E3}"/>
                </a:ext>
              </a:extLst>
            </p:cNvPr>
            <p:cNvSpPr txBox="1"/>
            <p:nvPr/>
          </p:nvSpPr>
          <p:spPr>
            <a:xfrm>
              <a:off x="1405176" y="3719873"/>
              <a:ext cx="7105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50%</a:t>
              </a:r>
            </a:p>
          </p:txBody>
        </p:sp>
      </p:grpSp>
      <p:grpSp>
        <p:nvGrpSpPr>
          <p:cNvPr id="178" name="Grupo 177">
            <a:extLst>
              <a:ext uri="{FF2B5EF4-FFF2-40B4-BE49-F238E27FC236}">
                <a16:creationId xmlns:a16="http://schemas.microsoft.com/office/drawing/2014/main" id="{6BB0B38A-6E54-8136-0451-C71CA073A54E}"/>
              </a:ext>
            </a:extLst>
          </p:cNvPr>
          <p:cNvGrpSpPr/>
          <p:nvPr/>
        </p:nvGrpSpPr>
        <p:grpSpPr>
          <a:xfrm>
            <a:off x="5023671" y="3791052"/>
            <a:ext cx="2066925" cy="2472173"/>
            <a:chOff x="716280" y="3286125"/>
            <a:chExt cx="2066925" cy="2505076"/>
          </a:xfrm>
        </p:grpSpPr>
        <p:sp>
          <p:nvSpPr>
            <p:cNvPr id="179" name="Rectángulo 178">
              <a:extLst>
                <a:ext uri="{FF2B5EF4-FFF2-40B4-BE49-F238E27FC236}">
                  <a16:creationId xmlns:a16="http://schemas.microsoft.com/office/drawing/2014/main" id="{95271F0B-85BD-160D-846A-359C1C233180}"/>
                </a:ext>
              </a:extLst>
            </p:cNvPr>
            <p:cNvSpPr/>
            <p:nvPr/>
          </p:nvSpPr>
          <p:spPr>
            <a:xfrm>
              <a:off x="716280" y="4782949"/>
              <a:ext cx="2066925" cy="1008252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grpSp>
          <p:nvGrpSpPr>
            <p:cNvPr id="180" name="Grupo 179">
              <a:extLst>
                <a:ext uri="{FF2B5EF4-FFF2-40B4-BE49-F238E27FC236}">
                  <a16:creationId xmlns:a16="http://schemas.microsoft.com/office/drawing/2014/main" id="{FD3DCBA9-183F-D4D1-1416-3534A910B775}"/>
                </a:ext>
              </a:extLst>
            </p:cNvPr>
            <p:cNvGrpSpPr/>
            <p:nvPr/>
          </p:nvGrpSpPr>
          <p:grpSpPr>
            <a:xfrm>
              <a:off x="1046988" y="3286125"/>
              <a:ext cx="1405509" cy="1242078"/>
              <a:chOff x="749625" y="2041702"/>
              <a:chExt cx="3781664" cy="3526921"/>
            </a:xfrm>
          </p:grpSpPr>
          <p:graphicFrame>
            <p:nvGraphicFramePr>
              <p:cNvPr id="184" name="Gráfico 183">
                <a:extLst>
                  <a:ext uri="{FF2B5EF4-FFF2-40B4-BE49-F238E27FC236}">
                    <a16:creationId xmlns:a16="http://schemas.microsoft.com/office/drawing/2014/main" id="{5BD9B90B-C1ED-035E-400D-661008C786D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574663447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6"/>
              </a:graphicData>
            </a:graphic>
          </p:graphicFrame>
          <p:sp>
            <p:nvSpPr>
              <p:cNvPr id="185" name="Elipse 184">
                <a:extLst>
                  <a:ext uri="{FF2B5EF4-FFF2-40B4-BE49-F238E27FC236}">
                    <a16:creationId xmlns:a16="http://schemas.microsoft.com/office/drawing/2014/main" id="{5E03948D-5BC4-399F-957A-FEF572063106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/>
                <a:endParaRPr lang="es-ES" sz="800" b="1" dirty="0">
                  <a:solidFill>
                    <a:srgbClr val="CE295E"/>
                  </a:solidFill>
                </a:endParaRPr>
              </a:p>
            </p:txBody>
          </p:sp>
        </p:grpSp>
        <p:sp>
          <p:nvSpPr>
            <p:cNvPr id="181" name="Rectángulo: Esquinas redondeadas 6">
              <a:extLst>
                <a:ext uri="{FF2B5EF4-FFF2-40B4-BE49-F238E27FC236}">
                  <a16:creationId xmlns:a16="http://schemas.microsoft.com/office/drawing/2014/main" id="{F4B0EC0E-9955-C237-1F20-71CB5EC2AEE3}"/>
                </a:ext>
              </a:extLst>
            </p:cNvPr>
            <p:cNvSpPr/>
            <p:nvPr/>
          </p:nvSpPr>
          <p:spPr>
            <a:xfrm>
              <a:off x="872274" y="4621752"/>
              <a:ext cx="1728937" cy="322393"/>
            </a:xfrm>
            <a:prstGeom prst="roundRect">
              <a:avLst>
                <a:gd name="adj" fmla="val 5000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sz="1600" b="1" dirty="0"/>
                <a:t>RF</a:t>
              </a:r>
            </a:p>
          </p:txBody>
        </p:sp>
        <p:sp>
          <p:nvSpPr>
            <p:cNvPr id="182" name="Cuadro de texto 47">
              <a:extLst>
                <a:ext uri="{FF2B5EF4-FFF2-40B4-BE49-F238E27FC236}">
                  <a16:creationId xmlns:a16="http://schemas.microsoft.com/office/drawing/2014/main" id="{5A1D7FB7-5F67-5305-57F8-A8EA699338F1}"/>
                </a:ext>
              </a:extLst>
            </p:cNvPr>
            <p:cNvSpPr txBox="1"/>
            <p:nvPr/>
          </p:nvSpPr>
          <p:spPr>
            <a:xfrm>
              <a:off x="735283" y="5133200"/>
              <a:ext cx="2028918" cy="430888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Modelo que mejor minimiza el ECM</a:t>
              </a:r>
            </a:p>
          </p:txBody>
        </p:sp>
        <p:sp>
          <p:nvSpPr>
            <p:cNvPr id="183" name="CuadroTexto 182">
              <a:extLst>
                <a:ext uri="{FF2B5EF4-FFF2-40B4-BE49-F238E27FC236}">
                  <a16:creationId xmlns:a16="http://schemas.microsoft.com/office/drawing/2014/main" id="{FD16F9B8-866A-1B15-C303-12AC1232F3A5}"/>
                </a:ext>
              </a:extLst>
            </p:cNvPr>
            <p:cNvSpPr txBox="1"/>
            <p:nvPr/>
          </p:nvSpPr>
          <p:spPr>
            <a:xfrm>
              <a:off x="1331560" y="3743200"/>
              <a:ext cx="8743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solidFill>
                    <a:srgbClr val="CE295E"/>
                  </a:solidFill>
                </a:rPr>
                <a:t>6,54%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BDCF6201-C721-BAAF-4BAE-44C28EB6C86F}"/>
              </a:ext>
            </a:extLst>
          </p:cNvPr>
          <p:cNvGrpSpPr/>
          <p:nvPr/>
        </p:nvGrpSpPr>
        <p:grpSpPr>
          <a:xfrm>
            <a:off x="7370754" y="3794445"/>
            <a:ext cx="2066926" cy="2472173"/>
            <a:chOff x="716280" y="3286125"/>
            <a:chExt cx="2066926" cy="2505076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BEB3124-7A3A-9CBA-CA89-0CAFB9AF658D}"/>
                </a:ext>
              </a:extLst>
            </p:cNvPr>
            <p:cNvSpPr/>
            <p:nvPr/>
          </p:nvSpPr>
          <p:spPr>
            <a:xfrm>
              <a:off x="716280" y="4782949"/>
              <a:ext cx="2066925" cy="1008252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C6C118A-1EA2-9E94-9923-6AAD8E549FD8}"/>
                </a:ext>
              </a:extLst>
            </p:cNvPr>
            <p:cNvGrpSpPr/>
            <p:nvPr/>
          </p:nvGrpSpPr>
          <p:grpSpPr>
            <a:xfrm>
              <a:off x="1046988" y="3286125"/>
              <a:ext cx="1405509" cy="1242078"/>
              <a:chOff x="749625" y="2041702"/>
              <a:chExt cx="3781664" cy="3526921"/>
            </a:xfrm>
          </p:grpSpPr>
          <p:graphicFrame>
            <p:nvGraphicFramePr>
              <p:cNvPr id="14" name="Gráfico 13">
                <a:extLst>
                  <a:ext uri="{FF2B5EF4-FFF2-40B4-BE49-F238E27FC236}">
                    <a16:creationId xmlns:a16="http://schemas.microsoft.com/office/drawing/2014/main" id="{3490DCD2-655A-9FCE-49CB-516B53EFC41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10802776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sp>
            <p:nvSpPr>
              <p:cNvPr id="15" name="Elipse 14">
                <a:extLst>
                  <a:ext uri="{FF2B5EF4-FFF2-40B4-BE49-F238E27FC236}">
                    <a16:creationId xmlns:a16="http://schemas.microsoft.com/office/drawing/2014/main" id="{CA11BC32-9193-9A19-EDDC-BCBCE1709B73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/>
                <a:endParaRPr lang="es-ES" sz="800" b="1" dirty="0">
                  <a:solidFill>
                    <a:srgbClr val="CE295E"/>
                  </a:solidFill>
                </a:endParaRPr>
              </a:p>
            </p:txBody>
          </p:sp>
        </p:grpSp>
        <p:sp>
          <p:nvSpPr>
            <p:cNvPr id="11" name="Rectángulo: Esquinas redondeadas 6">
              <a:extLst>
                <a:ext uri="{FF2B5EF4-FFF2-40B4-BE49-F238E27FC236}">
                  <a16:creationId xmlns:a16="http://schemas.microsoft.com/office/drawing/2014/main" id="{5D4FA59F-1DC7-F4EC-0549-2D5EC3ED7FC2}"/>
                </a:ext>
              </a:extLst>
            </p:cNvPr>
            <p:cNvSpPr/>
            <p:nvPr/>
          </p:nvSpPr>
          <p:spPr>
            <a:xfrm>
              <a:off x="872274" y="4621752"/>
              <a:ext cx="1728937" cy="322393"/>
            </a:xfrm>
            <a:prstGeom prst="roundRect">
              <a:avLst>
                <a:gd name="adj" fmla="val 50000"/>
              </a:avLst>
            </a:prstGeom>
            <a:solidFill>
              <a:srgbClr val="BCD09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sz="1600" b="1" dirty="0"/>
                <a:t>BDT</a:t>
              </a:r>
            </a:p>
          </p:txBody>
        </p:sp>
        <p:sp>
          <p:nvSpPr>
            <p:cNvPr id="12" name="Cuadro de texto 47">
              <a:extLst>
                <a:ext uri="{FF2B5EF4-FFF2-40B4-BE49-F238E27FC236}">
                  <a16:creationId xmlns:a16="http://schemas.microsoft.com/office/drawing/2014/main" id="{0FE53C5D-04CF-55F7-F62C-B48D2D842632}"/>
                </a:ext>
              </a:extLst>
            </p:cNvPr>
            <p:cNvSpPr txBox="1"/>
            <p:nvPr/>
          </p:nvSpPr>
          <p:spPr>
            <a:xfrm>
              <a:off x="754288" y="5037694"/>
              <a:ext cx="2028918" cy="646331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Modelo mas beneficiado en el proceso de selección de combinaciones optimas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F23DE8E6-038A-4DAC-C4AF-1B32C620EE4B}"/>
                </a:ext>
              </a:extLst>
            </p:cNvPr>
            <p:cNvSpPr txBox="1"/>
            <p:nvPr/>
          </p:nvSpPr>
          <p:spPr>
            <a:xfrm>
              <a:off x="1247012" y="3719873"/>
              <a:ext cx="8518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solidFill>
                    <a:srgbClr val="595959"/>
                  </a:solidFill>
                </a:rPr>
                <a:t>0,67%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2C58C320-8550-3EA0-FF49-0865624258C0}"/>
              </a:ext>
            </a:extLst>
          </p:cNvPr>
          <p:cNvGrpSpPr/>
          <p:nvPr/>
        </p:nvGrpSpPr>
        <p:grpSpPr>
          <a:xfrm>
            <a:off x="9711844" y="3796365"/>
            <a:ext cx="2066925" cy="2472173"/>
            <a:chOff x="716280" y="3286125"/>
            <a:chExt cx="2066925" cy="2505076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C3BEC71E-80F3-184B-6479-0EED762293F3}"/>
                </a:ext>
              </a:extLst>
            </p:cNvPr>
            <p:cNvSpPr/>
            <p:nvPr/>
          </p:nvSpPr>
          <p:spPr>
            <a:xfrm>
              <a:off x="716280" y="4782949"/>
              <a:ext cx="2066925" cy="1008252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1820A8E6-65D8-6EB8-9D0E-499CF878C7F0}"/>
                </a:ext>
              </a:extLst>
            </p:cNvPr>
            <p:cNvGrpSpPr/>
            <p:nvPr/>
          </p:nvGrpSpPr>
          <p:grpSpPr>
            <a:xfrm>
              <a:off x="1046988" y="3286125"/>
              <a:ext cx="1405509" cy="1242078"/>
              <a:chOff x="749625" y="2041702"/>
              <a:chExt cx="3781664" cy="3526921"/>
            </a:xfrm>
          </p:grpSpPr>
          <p:graphicFrame>
            <p:nvGraphicFramePr>
              <p:cNvPr id="22" name="Gráfico 21">
                <a:extLst>
                  <a:ext uri="{FF2B5EF4-FFF2-40B4-BE49-F238E27FC236}">
                    <a16:creationId xmlns:a16="http://schemas.microsoft.com/office/drawing/2014/main" id="{B3E45279-555A-9C77-32AB-F9D019EE9D7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58759458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8"/>
              </a:graphicData>
            </a:graphic>
          </p:graphicFrame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92ED2BA9-2150-52BA-A484-77E0A4746597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/>
                <a:endParaRPr lang="es-ES" sz="800" b="1" dirty="0">
                  <a:solidFill>
                    <a:srgbClr val="CE295E"/>
                  </a:solidFill>
                </a:endParaRPr>
              </a:p>
            </p:txBody>
          </p:sp>
        </p:grpSp>
        <p:sp>
          <p:nvSpPr>
            <p:cNvPr id="19" name="Rectángulo: Esquinas redondeadas 6">
              <a:extLst>
                <a:ext uri="{FF2B5EF4-FFF2-40B4-BE49-F238E27FC236}">
                  <a16:creationId xmlns:a16="http://schemas.microsoft.com/office/drawing/2014/main" id="{8EBC5267-ED48-72AE-19F6-D767511A608B}"/>
                </a:ext>
              </a:extLst>
            </p:cNvPr>
            <p:cNvSpPr/>
            <p:nvPr/>
          </p:nvSpPr>
          <p:spPr>
            <a:xfrm>
              <a:off x="872274" y="4621752"/>
              <a:ext cx="1728937" cy="322393"/>
            </a:xfrm>
            <a:prstGeom prst="roundRect">
              <a:avLst>
                <a:gd name="adj" fmla="val 50000"/>
              </a:avLst>
            </a:prstGeom>
            <a:solidFill>
              <a:srgbClr val="595959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sz="1600" b="1" dirty="0"/>
                <a:t>Optimo</a:t>
              </a:r>
            </a:p>
          </p:txBody>
        </p:sp>
        <p:sp>
          <p:nvSpPr>
            <p:cNvPr id="20" name="Cuadro de texto 47">
              <a:extLst>
                <a:ext uri="{FF2B5EF4-FFF2-40B4-BE49-F238E27FC236}">
                  <a16:creationId xmlns:a16="http://schemas.microsoft.com/office/drawing/2014/main" id="{7EB5C900-A260-D5AF-42AA-F3046169D968}"/>
                </a:ext>
              </a:extLst>
            </p:cNvPr>
            <p:cNvSpPr txBox="1"/>
            <p:nvPr/>
          </p:nvSpPr>
          <p:spPr>
            <a:xfrm>
              <a:off x="745140" y="5186253"/>
              <a:ext cx="2028918" cy="430888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Promedio de modelos con BL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71DF08D9-064F-E27B-8DAD-040D6FC651AF}"/>
                </a:ext>
              </a:extLst>
            </p:cNvPr>
            <p:cNvSpPr txBox="1"/>
            <p:nvPr/>
          </p:nvSpPr>
          <p:spPr>
            <a:xfrm>
              <a:off x="1350758" y="3729527"/>
              <a:ext cx="787208" cy="343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solidFill>
                    <a:srgbClr val="595959"/>
                  </a:solidFill>
                </a:rPr>
                <a:t>6,66%</a:t>
              </a:r>
            </a:p>
          </p:txBody>
        </p:sp>
      </p:grpSp>
      <p:sp>
        <p:nvSpPr>
          <p:cNvPr id="24" name="Flecha: hacia arriba 23">
            <a:extLst>
              <a:ext uri="{FF2B5EF4-FFF2-40B4-BE49-F238E27FC236}">
                <a16:creationId xmlns:a16="http://schemas.microsoft.com/office/drawing/2014/main" id="{695AEB11-D02E-0674-2415-C56AC52FFA30}"/>
              </a:ext>
            </a:extLst>
          </p:cNvPr>
          <p:cNvSpPr/>
          <p:nvPr/>
        </p:nvSpPr>
        <p:spPr>
          <a:xfrm>
            <a:off x="8556662" y="4137801"/>
            <a:ext cx="342614" cy="383353"/>
          </a:xfrm>
          <a:prstGeom prst="upArrow">
            <a:avLst/>
          </a:prstGeom>
          <a:solidFill>
            <a:srgbClr val="BCD092"/>
          </a:solidFill>
          <a:ln>
            <a:solidFill>
              <a:srgbClr val="BCD09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8" name="Conector: angular 57">
            <a:extLst>
              <a:ext uri="{FF2B5EF4-FFF2-40B4-BE49-F238E27FC236}">
                <a16:creationId xmlns:a16="http://schemas.microsoft.com/office/drawing/2014/main" id="{6575897D-58B5-E3D8-B115-2ECD65F9BEB6}"/>
              </a:ext>
            </a:extLst>
          </p:cNvPr>
          <p:cNvCxnSpPr>
            <a:cxnSpLocks/>
            <a:stCxn id="470" idx="2"/>
            <a:endCxn id="179" idx="2"/>
          </p:cNvCxnSpPr>
          <p:nvPr/>
        </p:nvCxnSpPr>
        <p:spPr>
          <a:xfrm rot="5400000" flipH="1" flipV="1">
            <a:off x="4220633" y="4462774"/>
            <a:ext cx="36050" cy="3636951"/>
          </a:xfrm>
          <a:prstGeom prst="bentConnector3">
            <a:avLst>
              <a:gd name="adj1" fmla="val -634119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C10DA2B6-02D4-7D78-FFBF-2953D20C0A98}"/>
              </a:ext>
            </a:extLst>
          </p:cNvPr>
          <p:cNvCxnSpPr>
            <a:cxnSpLocks/>
            <a:stCxn id="470" idx="2"/>
            <a:endCxn id="7" idx="2"/>
          </p:cNvCxnSpPr>
          <p:nvPr/>
        </p:nvCxnSpPr>
        <p:spPr>
          <a:xfrm rot="5400000" flipH="1" flipV="1">
            <a:off x="5395871" y="3290930"/>
            <a:ext cx="32657" cy="5984034"/>
          </a:xfrm>
          <a:prstGeom prst="bentConnector3">
            <a:avLst>
              <a:gd name="adj1" fmla="val -700003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76">
            <a:extLst>
              <a:ext uri="{FF2B5EF4-FFF2-40B4-BE49-F238E27FC236}">
                <a16:creationId xmlns:a16="http://schemas.microsoft.com/office/drawing/2014/main" id="{64FC57C1-B18A-9647-831A-3F4A5C79886F}"/>
              </a:ext>
            </a:extLst>
          </p:cNvPr>
          <p:cNvSpPr/>
          <p:nvPr/>
        </p:nvSpPr>
        <p:spPr>
          <a:xfrm>
            <a:off x="10215367" y="1676399"/>
            <a:ext cx="1743551" cy="1948191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cxnSp>
        <p:nvCxnSpPr>
          <p:cNvPr id="65" name="Conector: angular 64">
            <a:extLst>
              <a:ext uri="{FF2B5EF4-FFF2-40B4-BE49-F238E27FC236}">
                <a16:creationId xmlns:a16="http://schemas.microsoft.com/office/drawing/2014/main" id="{39AB128A-BEC5-116D-C4E5-FA9C5A8EA55B}"/>
              </a:ext>
            </a:extLst>
          </p:cNvPr>
          <p:cNvCxnSpPr>
            <a:cxnSpLocks/>
            <a:stCxn id="470" idx="2"/>
            <a:endCxn id="17" idx="2"/>
          </p:cNvCxnSpPr>
          <p:nvPr/>
        </p:nvCxnSpPr>
        <p:spPr>
          <a:xfrm rot="5400000" flipH="1" flipV="1">
            <a:off x="6567376" y="2121345"/>
            <a:ext cx="30737" cy="8325124"/>
          </a:xfrm>
          <a:prstGeom prst="bentConnector3">
            <a:avLst>
              <a:gd name="adj1" fmla="val -743729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uadroTexto 73">
            <a:extLst>
              <a:ext uri="{FF2B5EF4-FFF2-40B4-BE49-F238E27FC236}">
                <a16:creationId xmlns:a16="http://schemas.microsoft.com/office/drawing/2014/main" id="{ACE6742C-FA9E-1D01-6ED8-BFCCEDB00EB8}"/>
              </a:ext>
            </a:extLst>
          </p:cNvPr>
          <p:cNvSpPr txBox="1"/>
          <p:nvPr/>
        </p:nvSpPr>
        <p:spPr>
          <a:xfrm>
            <a:off x="10275279" y="1957997"/>
            <a:ext cx="168363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400" dirty="0"/>
              <a:t>Todos los modelos, </a:t>
            </a:r>
            <a:r>
              <a:rPr lang="es-ES" sz="1400" dirty="0">
                <a:solidFill>
                  <a:srgbClr val="C00000"/>
                </a:solidFill>
              </a:rPr>
              <a:t>excepto SVM</a:t>
            </a:r>
            <a:r>
              <a:rPr lang="es-ES" sz="1400" dirty="0"/>
              <a:t>, seleccionan las variables más relevantes de pago tardío prolongado</a:t>
            </a:r>
          </a:p>
        </p:txBody>
      </p:sp>
      <p:cxnSp>
        <p:nvCxnSpPr>
          <p:cNvPr id="86" name="Conector: angular 85">
            <a:extLst>
              <a:ext uri="{FF2B5EF4-FFF2-40B4-BE49-F238E27FC236}">
                <a16:creationId xmlns:a16="http://schemas.microsoft.com/office/drawing/2014/main" id="{FF0F77A7-3A0A-4CAD-639F-D90DF6DAA360}"/>
              </a:ext>
            </a:extLst>
          </p:cNvPr>
          <p:cNvCxnSpPr>
            <a:cxnSpLocks/>
            <a:stCxn id="9" idx="0"/>
            <a:endCxn id="133" idx="0"/>
          </p:cNvCxnSpPr>
          <p:nvPr/>
        </p:nvCxnSpPr>
        <p:spPr>
          <a:xfrm rot="16200000" flipH="1">
            <a:off x="4777491" y="-783142"/>
            <a:ext cx="261788" cy="3617391"/>
          </a:xfrm>
          <a:prstGeom prst="bentConnector3">
            <a:avLst>
              <a:gd name="adj1" fmla="val -87323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: angular 89">
            <a:extLst>
              <a:ext uri="{FF2B5EF4-FFF2-40B4-BE49-F238E27FC236}">
                <a16:creationId xmlns:a16="http://schemas.microsoft.com/office/drawing/2014/main" id="{45F8D3C4-D238-5B03-E7A8-437ADED5893D}"/>
              </a:ext>
            </a:extLst>
          </p:cNvPr>
          <p:cNvCxnSpPr>
            <a:cxnSpLocks/>
            <a:stCxn id="9" idx="0"/>
            <a:endCxn id="168" idx="0"/>
          </p:cNvCxnSpPr>
          <p:nvPr/>
        </p:nvCxnSpPr>
        <p:spPr>
          <a:xfrm rot="16200000" flipH="1">
            <a:off x="5913016" y="-1918667"/>
            <a:ext cx="263708" cy="5890361"/>
          </a:xfrm>
          <a:prstGeom prst="bentConnector3">
            <a:avLst>
              <a:gd name="adj1" fmla="val -86687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: angular 94">
            <a:extLst>
              <a:ext uri="{FF2B5EF4-FFF2-40B4-BE49-F238E27FC236}">
                <a16:creationId xmlns:a16="http://schemas.microsoft.com/office/drawing/2014/main" id="{F13EDC9B-F08A-D660-81A2-9D1D7499FEB5}"/>
              </a:ext>
            </a:extLst>
          </p:cNvPr>
          <p:cNvCxnSpPr>
            <a:cxnSpLocks/>
            <a:stCxn id="9" idx="0"/>
            <a:endCxn id="77" idx="0"/>
          </p:cNvCxnSpPr>
          <p:nvPr/>
        </p:nvCxnSpPr>
        <p:spPr>
          <a:xfrm rot="16200000" flipH="1">
            <a:off x="6702546" y="-2708197"/>
            <a:ext cx="781740" cy="7987453"/>
          </a:xfrm>
          <a:prstGeom prst="bentConnector3">
            <a:avLst>
              <a:gd name="adj1" fmla="val -29242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0" name="Imagen 469">
            <a:extLst>
              <a:ext uri="{FF2B5EF4-FFF2-40B4-BE49-F238E27FC236}">
                <a16:creationId xmlns:a16="http://schemas.microsoft.com/office/drawing/2014/main" id="{25D7D7C6-CDF7-FB19-4522-7603DB373F8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9360" r="19481" b="5305"/>
          <a:stretch/>
        </p:blipFill>
        <p:spPr>
          <a:xfrm>
            <a:off x="790641" y="4108301"/>
            <a:ext cx="3259083" cy="219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5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ítulo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30" y="283592"/>
            <a:ext cx="10948295" cy="332399"/>
          </a:xfrm>
        </p:spPr>
        <p:txBody>
          <a:bodyPr rtlCol="0"/>
          <a:lstStyle/>
          <a:p>
            <a:pPr algn="l" rtl="0"/>
            <a:r>
              <a:rPr lang="es-ES" sz="2400" b="1" dirty="0"/>
              <a:t>RESULTADOS - CE</a:t>
            </a:r>
          </a:p>
        </p:txBody>
      </p:sp>
      <p:sp>
        <p:nvSpPr>
          <p:cNvPr id="130" name="Marcador de número de diapositiva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6225" y="590303"/>
            <a:ext cx="419100" cy="365125"/>
          </a:xfrm>
        </p:spPr>
        <p:txBody>
          <a:bodyPr rtlCol="0"/>
          <a:lstStyle/>
          <a:p>
            <a:pPr rtl="0"/>
            <a:fld id="{0FD50806-BABF-4915-9689-3B9956D1C75C}" type="slidenum">
              <a:rPr lang="es-ES" smtClean="0"/>
              <a:pPr rtl="0"/>
              <a:t>7</a:t>
            </a:fld>
            <a:endParaRPr lang="es-ES" dirty="0"/>
          </a:p>
        </p:txBody>
      </p:sp>
      <p:grpSp>
        <p:nvGrpSpPr>
          <p:cNvPr id="159" name="Grupo 158">
            <a:extLst>
              <a:ext uri="{FF2B5EF4-FFF2-40B4-BE49-F238E27FC236}">
                <a16:creationId xmlns:a16="http://schemas.microsoft.com/office/drawing/2014/main" id="{826B0A48-CB84-589E-6F9A-B8FB1E3CF644}"/>
              </a:ext>
            </a:extLst>
          </p:cNvPr>
          <p:cNvGrpSpPr/>
          <p:nvPr/>
        </p:nvGrpSpPr>
        <p:grpSpPr>
          <a:xfrm>
            <a:off x="5683619" y="1156447"/>
            <a:ext cx="2066926" cy="2472173"/>
            <a:chOff x="716280" y="3286125"/>
            <a:chExt cx="2066926" cy="2505076"/>
          </a:xfrm>
        </p:grpSpPr>
        <p:sp>
          <p:nvSpPr>
            <p:cNvPr id="118" name="Rectángulo 117">
              <a:extLst>
                <a:ext uri="{FF2B5EF4-FFF2-40B4-BE49-F238E27FC236}">
                  <a16:creationId xmlns:a16="http://schemas.microsoft.com/office/drawing/2014/main" id="{8184D3DF-45BB-2DBC-042B-CD340B6B1EEE}"/>
                </a:ext>
              </a:extLst>
            </p:cNvPr>
            <p:cNvSpPr/>
            <p:nvPr/>
          </p:nvSpPr>
          <p:spPr>
            <a:xfrm>
              <a:off x="716280" y="4782949"/>
              <a:ext cx="2066925" cy="1008252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grpSp>
          <p:nvGrpSpPr>
            <p:cNvPr id="119" name="Grupo 118">
              <a:extLst>
                <a:ext uri="{FF2B5EF4-FFF2-40B4-BE49-F238E27FC236}">
                  <a16:creationId xmlns:a16="http://schemas.microsoft.com/office/drawing/2014/main" id="{D6DEF006-496B-2408-F45F-FACE111D41E1}"/>
                </a:ext>
              </a:extLst>
            </p:cNvPr>
            <p:cNvGrpSpPr/>
            <p:nvPr/>
          </p:nvGrpSpPr>
          <p:grpSpPr>
            <a:xfrm>
              <a:off x="1046988" y="3286125"/>
              <a:ext cx="1405509" cy="1242078"/>
              <a:chOff x="749625" y="2041702"/>
              <a:chExt cx="3781664" cy="3526921"/>
            </a:xfrm>
          </p:grpSpPr>
          <p:graphicFrame>
            <p:nvGraphicFramePr>
              <p:cNvPr id="133" name="Gráfico 132">
                <a:extLst>
                  <a:ext uri="{FF2B5EF4-FFF2-40B4-BE49-F238E27FC236}">
                    <a16:creationId xmlns:a16="http://schemas.microsoft.com/office/drawing/2014/main" id="{5EDCF257-058B-4E23-A0F3-1E9B2E4A7F4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23635345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134" name="Elipse 133">
                <a:extLst>
                  <a:ext uri="{FF2B5EF4-FFF2-40B4-BE49-F238E27FC236}">
                    <a16:creationId xmlns:a16="http://schemas.microsoft.com/office/drawing/2014/main" id="{0A433E77-4A83-3D4C-A8EE-14CCF9BA599B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/>
                <a:endParaRPr lang="es-ES" sz="800" b="1" dirty="0">
                  <a:solidFill>
                    <a:srgbClr val="CE295E"/>
                  </a:solidFill>
                </a:endParaRPr>
              </a:p>
            </p:txBody>
          </p:sp>
        </p:grpSp>
        <p:sp>
          <p:nvSpPr>
            <p:cNvPr id="120" name="Rectángulo: Esquinas redondeadas 6">
              <a:extLst>
                <a:ext uri="{FF2B5EF4-FFF2-40B4-BE49-F238E27FC236}">
                  <a16:creationId xmlns:a16="http://schemas.microsoft.com/office/drawing/2014/main" id="{DE7F63F2-3BDA-78B2-429F-02E0958F89AF}"/>
                </a:ext>
              </a:extLst>
            </p:cNvPr>
            <p:cNvSpPr/>
            <p:nvPr/>
          </p:nvSpPr>
          <p:spPr>
            <a:xfrm>
              <a:off x="872274" y="4621752"/>
              <a:ext cx="1728937" cy="322393"/>
            </a:xfrm>
            <a:prstGeom prst="roundRect">
              <a:avLst>
                <a:gd name="adj" fmla="val 5000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sz="1600" b="1" dirty="0"/>
                <a:t>Importancia</a:t>
              </a:r>
            </a:p>
          </p:txBody>
        </p:sp>
        <p:sp>
          <p:nvSpPr>
            <p:cNvPr id="121" name="Cuadro de texto 47">
              <a:extLst>
                <a:ext uri="{FF2B5EF4-FFF2-40B4-BE49-F238E27FC236}">
                  <a16:creationId xmlns:a16="http://schemas.microsoft.com/office/drawing/2014/main" id="{220F6EEF-0BE0-BD9D-6BC2-5971B0F065C1}"/>
                </a:ext>
              </a:extLst>
            </p:cNvPr>
            <p:cNvSpPr txBox="1"/>
            <p:nvPr/>
          </p:nvSpPr>
          <p:spPr>
            <a:xfrm>
              <a:off x="754288" y="5037694"/>
              <a:ext cx="2028918" cy="436622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Número de veces en caer en default en 60-89 días</a:t>
              </a:r>
            </a:p>
          </p:txBody>
        </p:sp>
        <p:sp>
          <p:nvSpPr>
            <p:cNvPr id="158" name="CuadroTexto 157">
              <a:extLst>
                <a:ext uri="{FF2B5EF4-FFF2-40B4-BE49-F238E27FC236}">
                  <a16:creationId xmlns:a16="http://schemas.microsoft.com/office/drawing/2014/main" id="{C1E69DFE-28D4-DCE7-6D02-E4B2EC3B1A01}"/>
                </a:ext>
              </a:extLst>
            </p:cNvPr>
            <p:cNvSpPr txBox="1"/>
            <p:nvPr/>
          </p:nvSpPr>
          <p:spPr>
            <a:xfrm>
              <a:off x="1395651" y="3719873"/>
              <a:ext cx="710558" cy="343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600" b="1" dirty="0">
                  <a:solidFill>
                    <a:srgbClr val="CE295E"/>
                  </a:solidFill>
                </a:rPr>
                <a:t>78,8%</a:t>
              </a:r>
            </a:p>
          </p:txBody>
        </p:sp>
      </p:grp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B996298C-2961-0E28-A889-D4065CA1E07A}"/>
              </a:ext>
            </a:extLst>
          </p:cNvPr>
          <p:cNvSpPr txBox="1"/>
          <p:nvPr/>
        </p:nvSpPr>
        <p:spPr>
          <a:xfrm rot="16200000">
            <a:off x="-1002605" y="2236094"/>
            <a:ext cx="3082982" cy="40011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bg1"/>
                </a:solidFill>
              </a:rPr>
              <a:t>Importancia de Variables</a:t>
            </a: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3A0A6D74-FD33-4238-AECF-47B6EBCC7CA6}"/>
              </a:ext>
            </a:extLst>
          </p:cNvPr>
          <p:cNvSpPr txBox="1"/>
          <p:nvPr/>
        </p:nvSpPr>
        <p:spPr>
          <a:xfrm rot="16200000">
            <a:off x="-538455" y="4985587"/>
            <a:ext cx="2159420" cy="4048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bg1"/>
                </a:solidFill>
              </a:rPr>
              <a:t>ECM</a:t>
            </a:r>
          </a:p>
        </p:txBody>
      </p: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C34E8B07-411E-6240-85EF-8A946D8B8CDA}"/>
              </a:ext>
            </a:extLst>
          </p:cNvPr>
          <p:cNvGrpSpPr/>
          <p:nvPr/>
        </p:nvGrpSpPr>
        <p:grpSpPr>
          <a:xfrm>
            <a:off x="7956588" y="1158367"/>
            <a:ext cx="2066926" cy="2472173"/>
            <a:chOff x="716279" y="3286125"/>
            <a:chExt cx="2066926" cy="2505076"/>
          </a:xfrm>
        </p:grpSpPr>
        <p:sp>
          <p:nvSpPr>
            <p:cNvPr id="163" name="Rectángulo 162">
              <a:extLst>
                <a:ext uri="{FF2B5EF4-FFF2-40B4-BE49-F238E27FC236}">
                  <a16:creationId xmlns:a16="http://schemas.microsoft.com/office/drawing/2014/main" id="{6DC7AA61-FF9F-082D-FCEB-FFEEC39FA470}"/>
                </a:ext>
              </a:extLst>
            </p:cNvPr>
            <p:cNvSpPr/>
            <p:nvPr/>
          </p:nvSpPr>
          <p:spPr>
            <a:xfrm>
              <a:off x="716280" y="4782949"/>
              <a:ext cx="2066925" cy="1008252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1D0811FB-1169-E45D-4ACD-2CDBD7552392}"/>
                </a:ext>
              </a:extLst>
            </p:cNvPr>
            <p:cNvGrpSpPr/>
            <p:nvPr/>
          </p:nvGrpSpPr>
          <p:grpSpPr>
            <a:xfrm>
              <a:off x="1046988" y="3286125"/>
              <a:ext cx="1405509" cy="1242078"/>
              <a:chOff x="749625" y="2041702"/>
              <a:chExt cx="3781664" cy="3526921"/>
            </a:xfrm>
          </p:grpSpPr>
          <p:graphicFrame>
            <p:nvGraphicFramePr>
              <p:cNvPr id="168" name="Gráfico 167">
                <a:extLst>
                  <a:ext uri="{FF2B5EF4-FFF2-40B4-BE49-F238E27FC236}">
                    <a16:creationId xmlns:a16="http://schemas.microsoft.com/office/drawing/2014/main" id="{C526EC7C-A0FD-E185-F655-44504981CB1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79095229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169" name="Elipse 168">
                <a:extLst>
                  <a:ext uri="{FF2B5EF4-FFF2-40B4-BE49-F238E27FC236}">
                    <a16:creationId xmlns:a16="http://schemas.microsoft.com/office/drawing/2014/main" id="{55B57914-DA50-AD4A-6883-464A651D7DC4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/>
                <a:endParaRPr lang="es-ES" sz="800" b="1" dirty="0">
                  <a:solidFill>
                    <a:srgbClr val="CE295E"/>
                  </a:solidFill>
                </a:endParaRPr>
              </a:p>
            </p:txBody>
          </p:sp>
        </p:grpSp>
        <p:sp>
          <p:nvSpPr>
            <p:cNvPr id="165" name="Rectángulo: Esquinas redondeadas 6">
              <a:extLst>
                <a:ext uri="{FF2B5EF4-FFF2-40B4-BE49-F238E27FC236}">
                  <a16:creationId xmlns:a16="http://schemas.microsoft.com/office/drawing/2014/main" id="{3AAA37A9-9043-53B7-D2CA-49163D880C60}"/>
                </a:ext>
              </a:extLst>
            </p:cNvPr>
            <p:cNvSpPr/>
            <p:nvPr/>
          </p:nvSpPr>
          <p:spPr>
            <a:xfrm>
              <a:off x="872274" y="4621752"/>
              <a:ext cx="1728937" cy="32239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sz="1600" b="1" dirty="0"/>
                <a:t>Importancia</a:t>
              </a:r>
            </a:p>
          </p:txBody>
        </p:sp>
        <p:sp>
          <p:nvSpPr>
            <p:cNvPr id="166" name="Cuadro de texto 47">
              <a:extLst>
                <a:ext uri="{FF2B5EF4-FFF2-40B4-BE49-F238E27FC236}">
                  <a16:creationId xmlns:a16="http://schemas.microsoft.com/office/drawing/2014/main" id="{32597963-7AE5-2E8A-8C93-5ED65FCF45F7}"/>
                </a:ext>
              </a:extLst>
            </p:cNvPr>
            <p:cNvSpPr txBox="1"/>
            <p:nvPr/>
          </p:nvSpPr>
          <p:spPr>
            <a:xfrm>
              <a:off x="716279" y="5037694"/>
              <a:ext cx="2066925" cy="654933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Líneas de crédito, deuda-ingreso y numero de dependientes</a:t>
              </a:r>
            </a:p>
          </p:txBody>
        </p:sp>
        <p:sp>
          <p:nvSpPr>
            <p:cNvPr id="167" name="CuadroTexto 166">
              <a:extLst>
                <a:ext uri="{FF2B5EF4-FFF2-40B4-BE49-F238E27FC236}">
                  <a16:creationId xmlns:a16="http://schemas.microsoft.com/office/drawing/2014/main" id="{FB685556-F619-62C6-545D-AEF349B8A5E3}"/>
                </a:ext>
              </a:extLst>
            </p:cNvPr>
            <p:cNvSpPr txBox="1"/>
            <p:nvPr/>
          </p:nvSpPr>
          <p:spPr>
            <a:xfrm>
              <a:off x="1405176" y="3719873"/>
              <a:ext cx="710558" cy="343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60%</a:t>
              </a:r>
            </a:p>
          </p:txBody>
        </p:sp>
      </p:grpSp>
      <p:grpSp>
        <p:nvGrpSpPr>
          <p:cNvPr id="178" name="Grupo 177">
            <a:extLst>
              <a:ext uri="{FF2B5EF4-FFF2-40B4-BE49-F238E27FC236}">
                <a16:creationId xmlns:a16="http://schemas.microsoft.com/office/drawing/2014/main" id="{6BB0B38A-6E54-8136-0451-C71CA073A54E}"/>
              </a:ext>
            </a:extLst>
          </p:cNvPr>
          <p:cNvGrpSpPr/>
          <p:nvPr/>
        </p:nvGrpSpPr>
        <p:grpSpPr>
          <a:xfrm>
            <a:off x="5023671" y="3791052"/>
            <a:ext cx="2066925" cy="2472173"/>
            <a:chOff x="716280" y="3286125"/>
            <a:chExt cx="2066925" cy="2505076"/>
          </a:xfrm>
        </p:grpSpPr>
        <p:sp>
          <p:nvSpPr>
            <p:cNvPr id="179" name="Rectángulo 178">
              <a:extLst>
                <a:ext uri="{FF2B5EF4-FFF2-40B4-BE49-F238E27FC236}">
                  <a16:creationId xmlns:a16="http://schemas.microsoft.com/office/drawing/2014/main" id="{95271F0B-85BD-160D-846A-359C1C233180}"/>
                </a:ext>
              </a:extLst>
            </p:cNvPr>
            <p:cNvSpPr/>
            <p:nvPr/>
          </p:nvSpPr>
          <p:spPr>
            <a:xfrm>
              <a:off x="716280" y="4782949"/>
              <a:ext cx="2066925" cy="1008252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grpSp>
          <p:nvGrpSpPr>
            <p:cNvPr id="180" name="Grupo 179">
              <a:extLst>
                <a:ext uri="{FF2B5EF4-FFF2-40B4-BE49-F238E27FC236}">
                  <a16:creationId xmlns:a16="http://schemas.microsoft.com/office/drawing/2014/main" id="{FD3DCBA9-183F-D4D1-1416-3534A910B775}"/>
                </a:ext>
              </a:extLst>
            </p:cNvPr>
            <p:cNvGrpSpPr/>
            <p:nvPr/>
          </p:nvGrpSpPr>
          <p:grpSpPr>
            <a:xfrm>
              <a:off x="1046988" y="3286125"/>
              <a:ext cx="1405509" cy="1242078"/>
              <a:chOff x="749625" y="2041702"/>
              <a:chExt cx="3781664" cy="3526921"/>
            </a:xfrm>
          </p:grpSpPr>
          <p:graphicFrame>
            <p:nvGraphicFramePr>
              <p:cNvPr id="184" name="Gráfico 183">
                <a:extLst>
                  <a:ext uri="{FF2B5EF4-FFF2-40B4-BE49-F238E27FC236}">
                    <a16:creationId xmlns:a16="http://schemas.microsoft.com/office/drawing/2014/main" id="{5BD9B90B-C1ED-035E-400D-661008C786D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03193313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185" name="Elipse 184">
                <a:extLst>
                  <a:ext uri="{FF2B5EF4-FFF2-40B4-BE49-F238E27FC236}">
                    <a16:creationId xmlns:a16="http://schemas.microsoft.com/office/drawing/2014/main" id="{5E03948D-5BC4-399F-957A-FEF572063106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/>
                <a:endParaRPr lang="es-ES" sz="800" b="1" dirty="0">
                  <a:solidFill>
                    <a:srgbClr val="CE295E"/>
                  </a:solidFill>
                </a:endParaRPr>
              </a:p>
            </p:txBody>
          </p:sp>
        </p:grpSp>
        <p:sp>
          <p:nvSpPr>
            <p:cNvPr id="181" name="Rectángulo: Esquinas redondeadas 6">
              <a:extLst>
                <a:ext uri="{FF2B5EF4-FFF2-40B4-BE49-F238E27FC236}">
                  <a16:creationId xmlns:a16="http://schemas.microsoft.com/office/drawing/2014/main" id="{F4B0EC0E-9955-C237-1F20-71CB5EC2AEE3}"/>
                </a:ext>
              </a:extLst>
            </p:cNvPr>
            <p:cNvSpPr/>
            <p:nvPr/>
          </p:nvSpPr>
          <p:spPr>
            <a:xfrm>
              <a:off x="872274" y="4621752"/>
              <a:ext cx="1728937" cy="322393"/>
            </a:xfrm>
            <a:prstGeom prst="roundRect">
              <a:avLst>
                <a:gd name="adj" fmla="val 5000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sz="1600" b="1" dirty="0"/>
                <a:t>RF &amp; ANN</a:t>
              </a:r>
            </a:p>
          </p:txBody>
        </p:sp>
        <p:sp>
          <p:nvSpPr>
            <p:cNvPr id="182" name="Cuadro de texto 47">
              <a:extLst>
                <a:ext uri="{FF2B5EF4-FFF2-40B4-BE49-F238E27FC236}">
                  <a16:creationId xmlns:a16="http://schemas.microsoft.com/office/drawing/2014/main" id="{5A1D7FB7-5F67-5305-57F8-A8EA699338F1}"/>
                </a:ext>
              </a:extLst>
            </p:cNvPr>
            <p:cNvSpPr txBox="1"/>
            <p:nvPr/>
          </p:nvSpPr>
          <p:spPr>
            <a:xfrm>
              <a:off x="735283" y="5133200"/>
              <a:ext cx="2028918" cy="436622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Modelos que mejor minimizan el ECM</a:t>
              </a:r>
            </a:p>
          </p:txBody>
        </p:sp>
        <p:sp>
          <p:nvSpPr>
            <p:cNvPr id="183" name="CuadroTexto 182">
              <a:extLst>
                <a:ext uri="{FF2B5EF4-FFF2-40B4-BE49-F238E27FC236}">
                  <a16:creationId xmlns:a16="http://schemas.microsoft.com/office/drawing/2014/main" id="{FD16F9B8-866A-1B15-C303-12AC1232F3A5}"/>
                </a:ext>
              </a:extLst>
            </p:cNvPr>
            <p:cNvSpPr txBox="1"/>
            <p:nvPr/>
          </p:nvSpPr>
          <p:spPr>
            <a:xfrm>
              <a:off x="1331560" y="3743200"/>
              <a:ext cx="8743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solidFill>
                    <a:srgbClr val="CE295E"/>
                  </a:solidFill>
                </a:rPr>
                <a:t>6,54%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BDCF6201-C721-BAAF-4BAE-44C28EB6C86F}"/>
              </a:ext>
            </a:extLst>
          </p:cNvPr>
          <p:cNvGrpSpPr/>
          <p:nvPr/>
        </p:nvGrpSpPr>
        <p:grpSpPr>
          <a:xfrm>
            <a:off x="7370754" y="3794445"/>
            <a:ext cx="2066926" cy="2472173"/>
            <a:chOff x="716280" y="3286125"/>
            <a:chExt cx="2066926" cy="2505076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BEB3124-7A3A-9CBA-CA89-0CAFB9AF658D}"/>
                </a:ext>
              </a:extLst>
            </p:cNvPr>
            <p:cNvSpPr/>
            <p:nvPr/>
          </p:nvSpPr>
          <p:spPr>
            <a:xfrm>
              <a:off x="716280" y="4782949"/>
              <a:ext cx="2066925" cy="1008252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C6C118A-1EA2-9E94-9923-6AAD8E549FD8}"/>
                </a:ext>
              </a:extLst>
            </p:cNvPr>
            <p:cNvGrpSpPr/>
            <p:nvPr/>
          </p:nvGrpSpPr>
          <p:grpSpPr>
            <a:xfrm>
              <a:off x="1046988" y="3286125"/>
              <a:ext cx="1405509" cy="1242078"/>
              <a:chOff x="749625" y="2041702"/>
              <a:chExt cx="3781664" cy="3526921"/>
            </a:xfrm>
          </p:grpSpPr>
          <p:graphicFrame>
            <p:nvGraphicFramePr>
              <p:cNvPr id="14" name="Gráfico 13">
                <a:extLst>
                  <a:ext uri="{FF2B5EF4-FFF2-40B4-BE49-F238E27FC236}">
                    <a16:creationId xmlns:a16="http://schemas.microsoft.com/office/drawing/2014/main" id="{3490DCD2-655A-9FCE-49CB-516B53EFC41C}"/>
                  </a:ext>
                </a:extLst>
              </p:cNvPr>
              <p:cNvGraphicFramePr/>
              <p:nvPr/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6"/>
              </a:graphicData>
            </a:graphic>
          </p:graphicFrame>
          <p:sp>
            <p:nvSpPr>
              <p:cNvPr id="15" name="Elipse 14">
                <a:extLst>
                  <a:ext uri="{FF2B5EF4-FFF2-40B4-BE49-F238E27FC236}">
                    <a16:creationId xmlns:a16="http://schemas.microsoft.com/office/drawing/2014/main" id="{CA11BC32-9193-9A19-EDDC-BCBCE1709B73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/>
                <a:endParaRPr lang="es-ES" sz="800" b="1" dirty="0">
                  <a:solidFill>
                    <a:srgbClr val="CE295E"/>
                  </a:solidFill>
                </a:endParaRPr>
              </a:p>
            </p:txBody>
          </p:sp>
        </p:grpSp>
        <p:sp>
          <p:nvSpPr>
            <p:cNvPr id="11" name="Rectángulo: Esquinas redondeadas 6">
              <a:extLst>
                <a:ext uri="{FF2B5EF4-FFF2-40B4-BE49-F238E27FC236}">
                  <a16:creationId xmlns:a16="http://schemas.microsoft.com/office/drawing/2014/main" id="{5D4FA59F-1DC7-F4EC-0549-2D5EC3ED7FC2}"/>
                </a:ext>
              </a:extLst>
            </p:cNvPr>
            <p:cNvSpPr/>
            <p:nvPr/>
          </p:nvSpPr>
          <p:spPr>
            <a:xfrm>
              <a:off x="872274" y="4621752"/>
              <a:ext cx="1728937" cy="322393"/>
            </a:xfrm>
            <a:prstGeom prst="roundRect">
              <a:avLst>
                <a:gd name="adj" fmla="val 50000"/>
              </a:avLst>
            </a:prstGeom>
            <a:solidFill>
              <a:srgbClr val="BCD09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sz="1600" b="1" dirty="0"/>
                <a:t>SGD</a:t>
              </a:r>
            </a:p>
          </p:txBody>
        </p:sp>
        <p:sp>
          <p:nvSpPr>
            <p:cNvPr id="12" name="Cuadro de texto 47">
              <a:extLst>
                <a:ext uri="{FF2B5EF4-FFF2-40B4-BE49-F238E27FC236}">
                  <a16:creationId xmlns:a16="http://schemas.microsoft.com/office/drawing/2014/main" id="{0FE53C5D-04CF-55F7-F62C-B48D2D842632}"/>
                </a:ext>
              </a:extLst>
            </p:cNvPr>
            <p:cNvSpPr txBox="1"/>
            <p:nvPr/>
          </p:nvSpPr>
          <p:spPr>
            <a:xfrm>
              <a:off x="754288" y="5037694"/>
              <a:ext cx="2028918" cy="646331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Modelo mas beneficiado en el proceso de selección de combinaciones optimas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F23DE8E6-038A-4DAC-C4AF-1B32C620EE4B}"/>
                </a:ext>
              </a:extLst>
            </p:cNvPr>
            <p:cNvSpPr txBox="1"/>
            <p:nvPr/>
          </p:nvSpPr>
          <p:spPr>
            <a:xfrm>
              <a:off x="1247012" y="3719873"/>
              <a:ext cx="851813" cy="343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solidFill>
                    <a:srgbClr val="595959"/>
                  </a:solidFill>
                </a:rPr>
                <a:t>0,47%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2C58C320-8550-3EA0-FF49-0865624258C0}"/>
              </a:ext>
            </a:extLst>
          </p:cNvPr>
          <p:cNvGrpSpPr/>
          <p:nvPr/>
        </p:nvGrpSpPr>
        <p:grpSpPr>
          <a:xfrm>
            <a:off x="9711844" y="3796365"/>
            <a:ext cx="2066925" cy="2472173"/>
            <a:chOff x="716280" y="3286125"/>
            <a:chExt cx="2066925" cy="2505076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C3BEC71E-80F3-184B-6479-0EED762293F3}"/>
                </a:ext>
              </a:extLst>
            </p:cNvPr>
            <p:cNvSpPr/>
            <p:nvPr/>
          </p:nvSpPr>
          <p:spPr>
            <a:xfrm>
              <a:off x="716280" y="4782949"/>
              <a:ext cx="2066925" cy="1008252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1820A8E6-65D8-6EB8-9D0E-499CF878C7F0}"/>
                </a:ext>
              </a:extLst>
            </p:cNvPr>
            <p:cNvGrpSpPr/>
            <p:nvPr/>
          </p:nvGrpSpPr>
          <p:grpSpPr>
            <a:xfrm>
              <a:off x="1046988" y="3286125"/>
              <a:ext cx="1405509" cy="1242078"/>
              <a:chOff x="749625" y="2041702"/>
              <a:chExt cx="3781664" cy="3526921"/>
            </a:xfrm>
          </p:grpSpPr>
          <p:graphicFrame>
            <p:nvGraphicFramePr>
              <p:cNvPr id="22" name="Gráfico 21">
                <a:extLst>
                  <a:ext uri="{FF2B5EF4-FFF2-40B4-BE49-F238E27FC236}">
                    <a16:creationId xmlns:a16="http://schemas.microsoft.com/office/drawing/2014/main" id="{B3E45279-555A-9C77-32AB-F9D019EE9D7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20987219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92ED2BA9-2150-52BA-A484-77E0A4746597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rtl="0"/>
                <a:endParaRPr lang="es-ES" sz="800" b="1" dirty="0">
                  <a:solidFill>
                    <a:srgbClr val="CE295E"/>
                  </a:solidFill>
                </a:endParaRPr>
              </a:p>
            </p:txBody>
          </p:sp>
        </p:grpSp>
        <p:sp>
          <p:nvSpPr>
            <p:cNvPr id="19" name="Rectángulo: Esquinas redondeadas 6">
              <a:extLst>
                <a:ext uri="{FF2B5EF4-FFF2-40B4-BE49-F238E27FC236}">
                  <a16:creationId xmlns:a16="http://schemas.microsoft.com/office/drawing/2014/main" id="{8EBC5267-ED48-72AE-19F6-D767511A608B}"/>
                </a:ext>
              </a:extLst>
            </p:cNvPr>
            <p:cNvSpPr/>
            <p:nvPr/>
          </p:nvSpPr>
          <p:spPr>
            <a:xfrm>
              <a:off x="872274" y="4621752"/>
              <a:ext cx="1728937" cy="322393"/>
            </a:xfrm>
            <a:prstGeom prst="roundRect">
              <a:avLst>
                <a:gd name="adj" fmla="val 50000"/>
              </a:avLst>
            </a:prstGeom>
            <a:solidFill>
              <a:srgbClr val="595959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sz="1600" b="1" dirty="0"/>
                <a:t>Optimo</a:t>
              </a:r>
            </a:p>
          </p:txBody>
        </p:sp>
        <p:sp>
          <p:nvSpPr>
            <p:cNvPr id="20" name="Cuadro de texto 47">
              <a:extLst>
                <a:ext uri="{FF2B5EF4-FFF2-40B4-BE49-F238E27FC236}">
                  <a16:creationId xmlns:a16="http://schemas.microsoft.com/office/drawing/2014/main" id="{7EB5C900-A260-D5AF-42AA-F3046169D968}"/>
                </a:ext>
              </a:extLst>
            </p:cNvPr>
            <p:cNvSpPr txBox="1"/>
            <p:nvPr/>
          </p:nvSpPr>
          <p:spPr>
            <a:xfrm>
              <a:off x="745140" y="5186253"/>
              <a:ext cx="2028918" cy="436622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Promedio de modelos con CE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71DF08D9-064F-E27B-8DAD-040D6FC651AF}"/>
                </a:ext>
              </a:extLst>
            </p:cNvPr>
            <p:cNvSpPr txBox="1"/>
            <p:nvPr/>
          </p:nvSpPr>
          <p:spPr>
            <a:xfrm>
              <a:off x="1350758" y="3729527"/>
              <a:ext cx="787208" cy="343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solidFill>
                    <a:srgbClr val="595959"/>
                  </a:solidFill>
                </a:rPr>
                <a:t>6,7%</a:t>
              </a:r>
            </a:p>
          </p:txBody>
        </p:sp>
      </p:grpSp>
      <p:sp>
        <p:nvSpPr>
          <p:cNvPr id="24" name="Flecha: hacia arriba 23">
            <a:extLst>
              <a:ext uri="{FF2B5EF4-FFF2-40B4-BE49-F238E27FC236}">
                <a16:creationId xmlns:a16="http://schemas.microsoft.com/office/drawing/2014/main" id="{695AEB11-D02E-0674-2415-C56AC52FFA30}"/>
              </a:ext>
            </a:extLst>
          </p:cNvPr>
          <p:cNvSpPr/>
          <p:nvPr/>
        </p:nvSpPr>
        <p:spPr>
          <a:xfrm>
            <a:off x="8556662" y="4137801"/>
            <a:ext cx="342614" cy="383353"/>
          </a:xfrm>
          <a:prstGeom prst="upArrow">
            <a:avLst/>
          </a:prstGeom>
          <a:solidFill>
            <a:srgbClr val="BCD092"/>
          </a:solidFill>
          <a:ln>
            <a:solidFill>
              <a:srgbClr val="BCD09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8" name="Conector: angular 57">
            <a:extLst>
              <a:ext uri="{FF2B5EF4-FFF2-40B4-BE49-F238E27FC236}">
                <a16:creationId xmlns:a16="http://schemas.microsoft.com/office/drawing/2014/main" id="{6575897D-58B5-E3D8-B115-2ECD65F9BEB6}"/>
              </a:ext>
            </a:extLst>
          </p:cNvPr>
          <p:cNvCxnSpPr>
            <a:cxnSpLocks/>
            <a:stCxn id="2" idx="2"/>
            <a:endCxn id="179" idx="2"/>
          </p:cNvCxnSpPr>
          <p:nvPr/>
        </p:nvCxnSpPr>
        <p:spPr>
          <a:xfrm rot="5400000" flipH="1" flipV="1">
            <a:off x="4210254" y="4462481"/>
            <a:ext cx="46135" cy="3647624"/>
          </a:xfrm>
          <a:prstGeom prst="bentConnector3">
            <a:avLst>
              <a:gd name="adj1" fmla="val -352357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C10DA2B6-02D4-7D78-FFBF-2953D20C0A98}"/>
              </a:ext>
            </a:extLst>
          </p:cNvPr>
          <p:cNvCxnSpPr>
            <a:cxnSpLocks/>
            <a:stCxn id="2" idx="2"/>
            <a:endCxn id="7" idx="2"/>
          </p:cNvCxnSpPr>
          <p:nvPr/>
        </p:nvCxnSpPr>
        <p:spPr>
          <a:xfrm rot="5400000" flipH="1" flipV="1">
            <a:off x="5385492" y="3290635"/>
            <a:ext cx="42742" cy="5994707"/>
          </a:xfrm>
          <a:prstGeom prst="bentConnector3">
            <a:avLst>
              <a:gd name="adj1" fmla="val -3833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76">
            <a:extLst>
              <a:ext uri="{FF2B5EF4-FFF2-40B4-BE49-F238E27FC236}">
                <a16:creationId xmlns:a16="http://schemas.microsoft.com/office/drawing/2014/main" id="{64FC57C1-B18A-9647-831A-3F4A5C79886F}"/>
              </a:ext>
            </a:extLst>
          </p:cNvPr>
          <p:cNvSpPr/>
          <p:nvPr/>
        </p:nvSpPr>
        <p:spPr>
          <a:xfrm>
            <a:off x="10215367" y="1676399"/>
            <a:ext cx="1743551" cy="1948191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cxnSp>
        <p:nvCxnSpPr>
          <p:cNvPr id="65" name="Conector: angular 64">
            <a:extLst>
              <a:ext uri="{FF2B5EF4-FFF2-40B4-BE49-F238E27FC236}">
                <a16:creationId xmlns:a16="http://schemas.microsoft.com/office/drawing/2014/main" id="{39AB128A-BEC5-116D-C4E5-FA9C5A8EA55B}"/>
              </a:ext>
            </a:extLst>
          </p:cNvPr>
          <p:cNvCxnSpPr>
            <a:cxnSpLocks/>
            <a:stCxn id="2" idx="2"/>
            <a:endCxn id="17" idx="2"/>
          </p:cNvCxnSpPr>
          <p:nvPr/>
        </p:nvCxnSpPr>
        <p:spPr>
          <a:xfrm rot="5400000" flipH="1" flipV="1">
            <a:off x="6556997" y="2121050"/>
            <a:ext cx="40822" cy="8335797"/>
          </a:xfrm>
          <a:prstGeom prst="bentConnector3">
            <a:avLst>
              <a:gd name="adj1" fmla="val -395728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uadroTexto 73">
            <a:extLst>
              <a:ext uri="{FF2B5EF4-FFF2-40B4-BE49-F238E27FC236}">
                <a16:creationId xmlns:a16="http://schemas.microsoft.com/office/drawing/2014/main" id="{ACE6742C-FA9E-1D01-6ED8-BFCCEDB00EB8}"/>
              </a:ext>
            </a:extLst>
          </p:cNvPr>
          <p:cNvSpPr txBox="1"/>
          <p:nvPr/>
        </p:nvSpPr>
        <p:spPr>
          <a:xfrm>
            <a:off x="10275279" y="1742554"/>
            <a:ext cx="1683639" cy="18158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400" dirty="0"/>
              <a:t>Todos los modelos, </a:t>
            </a:r>
            <a:r>
              <a:rPr lang="es-ES" sz="1400" dirty="0">
                <a:solidFill>
                  <a:srgbClr val="C00000"/>
                </a:solidFill>
              </a:rPr>
              <a:t>excepto BDT</a:t>
            </a:r>
            <a:r>
              <a:rPr lang="es-ES" sz="1400" dirty="0"/>
              <a:t>, seleccionan la variable más relevante de pago tardío prolongado. </a:t>
            </a:r>
            <a:r>
              <a:rPr lang="es-ES" sz="1400" dirty="0">
                <a:solidFill>
                  <a:srgbClr val="C00000"/>
                </a:solidFill>
              </a:rPr>
              <a:t>Modelo SVM </a:t>
            </a:r>
            <a:r>
              <a:rPr lang="es-ES" sz="1400" dirty="0"/>
              <a:t>con incremento parcial</a:t>
            </a:r>
          </a:p>
        </p:txBody>
      </p:sp>
      <p:cxnSp>
        <p:nvCxnSpPr>
          <p:cNvPr id="86" name="Conector: angular 85">
            <a:extLst>
              <a:ext uri="{FF2B5EF4-FFF2-40B4-BE49-F238E27FC236}">
                <a16:creationId xmlns:a16="http://schemas.microsoft.com/office/drawing/2014/main" id="{FF0F77A7-3A0A-4CAD-639F-D90DF6DAA360}"/>
              </a:ext>
            </a:extLst>
          </p:cNvPr>
          <p:cNvCxnSpPr>
            <a:cxnSpLocks/>
            <a:stCxn id="60" idx="0"/>
            <a:endCxn id="133" idx="0"/>
          </p:cNvCxnSpPr>
          <p:nvPr/>
        </p:nvCxnSpPr>
        <p:spPr>
          <a:xfrm rot="16200000" flipH="1">
            <a:off x="4771199" y="-789434"/>
            <a:ext cx="260262" cy="3631501"/>
          </a:xfrm>
          <a:prstGeom prst="bentConnector3">
            <a:avLst>
              <a:gd name="adj1" fmla="val -87835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: angular 89">
            <a:extLst>
              <a:ext uri="{FF2B5EF4-FFF2-40B4-BE49-F238E27FC236}">
                <a16:creationId xmlns:a16="http://schemas.microsoft.com/office/drawing/2014/main" id="{45F8D3C4-D238-5B03-E7A8-437ADED5893D}"/>
              </a:ext>
            </a:extLst>
          </p:cNvPr>
          <p:cNvCxnSpPr>
            <a:cxnSpLocks/>
            <a:stCxn id="60" idx="0"/>
            <a:endCxn id="168" idx="0"/>
          </p:cNvCxnSpPr>
          <p:nvPr/>
        </p:nvCxnSpPr>
        <p:spPr>
          <a:xfrm rot="16200000" flipH="1">
            <a:off x="5906724" y="-1924959"/>
            <a:ext cx="262182" cy="5904471"/>
          </a:xfrm>
          <a:prstGeom prst="bentConnector3">
            <a:avLst>
              <a:gd name="adj1" fmla="val -87191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: angular 94">
            <a:extLst>
              <a:ext uri="{FF2B5EF4-FFF2-40B4-BE49-F238E27FC236}">
                <a16:creationId xmlns:a16="http://schemas.microsoft.com/office/drawing/2014/main" id="{F13EDC9B-F08A-D660-81A2-9D1D7499FEB5}"/>
              </a:ext>
            </a:extLst>
          </p:cNvPr>
          <p:cNvCxnSpPr>
            <a:cxnSpLocks/>
            <a:stCxn id="60" idx="0"/>
            <a:endCxn id="77" idx="0"/>
          </p:cNvCxnSpPr>
          <p:nvPr/>
        </p:nvCxnSpPr>
        <p:spPr>
          <a:xfrm rot="16200000" flipH="1">
            <a:off x="6696254" y="-2714489"/>
            <a:ext cx="780214" cy="8001563"/>
          </a:xfrm>
          <a:prstGeom prst="bentConnector3">
            <a:avLst>
              <a:gd name="adj1" fmla="val -293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555E2F74-BE41-C866-411F-4B1F0EBD127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219" r="19406" b="5026"/>
          <a:stretch/>
        </p:blipFill>
        <p:spPr>
          <a:xfrm>
            <a:off x="771524" y="4108301"/>
            <a:ext cx="3275971" cy="2201059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4B920EC8-2646-11F9-6583-42902A10708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814" r="3834" b="3764"/>
          <a:stretch/>
        </p:blipFill>
        <p:spPr>
          <a:xfrm>
            <a:off x="775915" y="896185"/>
            <a:ext cx="4619329" cy="309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611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ítulo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62" y="355312"/>
            <a:ext cx="11011764" cy="332399"/>
          </a:xfrm>
        </p:spPr>
        <p:txBody>
          <a:bodyPr rtlCol="0"/>
          <a:lstStyle/>
          <a:p>
            <a:pPr algn="l" rtl="0"/>
            <a:r>
              <a:rPr lang="es-ES" sz="2400" b="1" dirty="0"/>
              <a:t>RESULTADOS COMPARATIVOS</a:t>
            </a:r>
          </a:p>
        </p:txBody>
      </p:sp>
      <p:sp>
        <p:nvSpPr>
          <p:cNvPr id="130" name="Marcador de número de diapositiva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6225" y="590303"/>
            <a:ext cx="4191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D50806-BABF-4915-9689-3B9956D1C75C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95B31E1A-0C9C-2160-6928-ABB778C5D7CC}"/>
              </a:ext>
            </a:extLst>
          </p:cNvPr>
          <p:cNvGrpSpPr/>
          <p:nvPr/>
        </p:nvGrpSpPr>
        <p:grpSpPr>
          <a:xfrm>
            <a:off x="10187482" y="2291823"/>
            <a:ext cx="1252044" cy="1091515"/>
            <a:chOff x="10215367" y="1676399"/>
            <a:chExt cx="1743551" cy="1948191"/>
          </a:xfrm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64FC57C1-B18A-9647-831A-3F4A5C79886F}"/>
                </a:ext>
              </a:extLst>
            </p:cNvPr>
            <p:cNvSpPr/>
            <p:nvPr/>
          </p:nvSpPr>
          <p:spPr>
            <a:xfrm>
              <a:off x="10215367" y="1676399"/>
              <a:ext cx="1743551" cy="1948191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ACE6742C-FA9E-1D01-6ED8-BFCCEDB00EB8}"/>
                </a:ext>
              </a:extLst>
            </p:cNvPr>
            <p:cNvSpPr txBox="1"/>
            <p:nvPr/>
          </p:nvSpPr>
          <p:spPr>
            <a:xfrm>
              <a:off x="10215367" y="1908894"/>
              <a:ext cx="1743551" cy="148320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Modelos</a:t>
              </a: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 </a:t>
              </a: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BDT, SVM y KNN </a:t>
              </a:r>
              <a:r>
                <a:rPr kumimoji="0" lang="es-E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seleccionan parcialmente.</a:t>
              </a:r>
            </a:p>
          </p:txBody>
        </p:sp>
      </p:grp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B996298C-2961-0E28-A889-D4065CA1E07A}"/>
              </a:ext>
            </a:extLst>
          </p:cNvPr>
          <p:cNvSpPr txBox="1"/>
          <p:nvPr/>
        </p:nvSpPr>
        <p:spPr>
          <a:xfrm>
            <a:off x="427763" y="919786"/>
            <a:ext cx="581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Importancia Conjunta Según Enfoque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B7C59E7-2336-B022-85C9-FEFAA78D80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22" r="7389" b="5618"/>
          <a:stretch/>
        </p:blipFill>
        <p:spPr>
          <a:xfrm>
            <a:off x="427764" y="1292992"/>
            <a:ext cx="5814544" cy="3054180"/>
          </a:xfrm>
          <a:prstGeom prst="rect">
            <a:avLst/>
          </a:prstGeom>
        </p:spPr>
      </p:pic>
      <p:grpSp>
        <p:nvGrpSpPr>
          <p:cNvPr id="101" name="Grupo 100">
            <a:extLst>
              <a:ext uri="{FF2B5EF4-FFF2-40B4-BE49-F238E27FC236}">
                <a16:creationId xmlns:a16="http://schemas.microsoft.com/office/drawing/2014/main" id="{848EE0E6-3560-3073-E7AC-2D0392840CFF}"/>
              </a:ext>
            </a:extLst>
          </p:cNvPr>
          <p:cNvGrpSpPr/>
          <p:nvPr/>
        </p:nvGrpSpPr>
        <p:grpSpPr>
          <a:xfrm>
            <a:off x="6577444" y="967827"/>
            <a:ext cx="3149633" cy="2419776"/>
            <a:chOff x="7482319" y="977352"/>
            <a:chExt cx="3149633" cy="2419776"/>
          </a:xfrm>
        </p:grpSpPr>
        <p:sp>
          <p:nvSpPr>
            <p:cNvPr id="118" name="Rectángulo 117">
              <a:extLst>
                <a:ext uri="{FF2B5EF4-FFF2-40B4-BE49-F238E27FC236}">
                  <a16:creationId xmlns:a16="http://schemas.microsoft.com/office/drawing/2014/main" id="{8184D3DF-45BB-2DBC-042B-CD340B6B1EEE}"/>
                </a:ext>
              </a:extLst>
            </p:cNvPr>
            <p:cNvSpPr/>
            <p:nvPr/>
          </p:nvSpPr>
          <p:spPr>
            <a:xfrm>
              <a:off x="7482319" y="2402119"/>
              <a:ext cx="3149633" cy="995009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grpSp>
          <p:nvGrpSpPr>
            <p:cNvPr id="119" name="Grupo 118">
              <a:extLst>
                <a:ext uri="{FF2B5EF4-FFF2-40B4-BE49-F238E27FC236}">
                  <a16:creationId xmlns:a16="http://schemas.microsoft.com/office/drawing/2014/main" id="{D6DEF006-496B-2408-F45F-FACE111D41E1}"/>
                </a:ext>
              </a:extLst>
            </p:cNvPr>
            <p:cNvGrpSpPr/>
            <p:nvPr/>
          </p:nvGrpSpPr>
          <p:grpSpPr>
            <a:xfrm>
              <a:off x="7576808" y="978295"/>
              <a:ext cx="1430488" cy="1225764"/>
              <a:chOff x="749625" y="2041702"/>
              <a:chExt cx="3781664" cy="3526921"/>
            </a:xfrm>
          </p:grpSpPr>
          <p:graphicFrame>
            <p:nvGraphicFramePr>
              <p:cNvPr id="133" name="Gráfico 132">
                <a:extLst>
                  <a:ext uri="{FF2B5EF4-FFF2-40B4-BE49-F238E27FC236}">
                    <a16:creationId xmlns:a16="http://schemas.microsoft.com/office/drawing/2014/main" id="{5EDCF257-058B-4E23-A0F3-1E9B2E4A7F4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17648559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134" name="Elipse 133">
                <a:extLst>
                  <a:ext uri="{FF2B5EF4-FFF2-40B4-BE49-F238E27FC236}">
                    <a16:creationId xmlns:a16="http://schemas.microsoft.com/office/drawing/2014/main" id="{0A433E77-4A83-3D4C-A8EE-14CCF9BA599B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</p:grpSp>
        <p:sp>
          <p:nvSpPr>
            <p:cNvPr id="120" name="Rectángulo: Esquinas redondeadas 6">
              <a:extLst>
                <a:ext uri="{FF2B5EF4-FFF2-40B4-BE49-F238E27FC236}">
                  <a16:creationId xmlns:a16="http://schemas.microsoft.com/office/drawing/2014/main" id="{DE7F63F2-3BDA-78B2-429F-02E0958F89AF}"/>
                </a:ext>
              </a:extLst>
            </p:cNvPr>
            <p:cNvSpPr/>
            <p:nvPr/>
          </p:nvSpPr>
          <p:spPr>
            <a:xfrm>
              <a:off x="7953580" y="2247257"/>
              <a:ext cx="2207109" cy="318159"/>
            </a:xfrm>
            <a:prstGeom prst="roundRect">
              <a:avLst>
                <a:gd name="adj" fmla="val 5000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600" b="1" dirty="0">
                  <a:solidFill>
                    <a:srgbClr val="FFFFFF"/>
                  </a:solidFill>
                  <a:latin typeface="Segoe UI Light"/>
                </a:rPr>
                <a:t>Importancia Media</a:t>
              </a:r>
              <a:endPara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121" name="Cuadro de texto 47">
              <a:extLst>
                <a:ext uri="{FF2B5EF4-FFF2-40B4-BE49-F238E27FC236}">
                  <a16:creationId xmlns:a16="http://schemas.microsoft.com/office/drawing/2014/main" id="{220F6EEF-0BE0-BD9D-6BC2-5971B0F065C1}"/>
                </a:ext>
              </a:extLst>
            </p:cNvPr>
            <p:cNvSpPr txBox="1"/>
            <p:nvPr/>
          </p:nvSpPr>
          <p:spPr>
            <a:xfrm>
              <a:off x="7489941" y="2632003"/>
              <a:ext cx="1517355" cy="646331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Número de veces </a:t>
              </a:r>
              <a:r>
                <a:rPr lang="es-ES" sz="14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Segoe UI Light"/>
                </a:rPr>
                <a:t>en</a:t>
              </a: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 caer en default en 60-89 días</a:t>
              </a:r>
            </a:p>
          </p:txBody>
        </p:sp>
        <p:sp>
          <p:nvSpPr>
            <p:cNvPr id="158" name="CuadroTexto 157">
              <a:extLst>
                <a:ext uri="{FF2B5EF4-FFF2-40B4-BE49-F238E27FC236}">
                  <a16:creationId xmlns:a16="http://schemas.microsoft.com/office/drawing/2014/main" id="{C1E69DFE-28D4-DCE7-6D02-E4B2EC3B1A01}"/>
                </a:ext>
              </a:extLst>
            </p:cNvPr>
            <p:cNvSpPr txBox="1"/>
            <p:nvPr/>
          </p:nvSpPr>
          <p:spPr>
            <a:xfrm>
              <a:off x="7940711" y="1406346"/>
              <a:ext cx="7207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83,1%</a:t>
              </a:r>
            </a:p>
          </p:txBody>
        </p:sp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7B3ADE0D-9129-11A7-2E4E-53BD72EFA0C3}"/>
                </a:ext>
              </a:extLst>
            </p:cNvPr>
            <p:cNvGrpSpPr/>
            <p:nvPr/>
          </p:nvGrpSpPr>
          <p:grpSpPr>
            <a:xfrm>
              <a:off x="9039546" y="977352"/>
              <a:ext cx="1430488" cy="1225764"/>
              <a:chOff x="749625" y="2041702"/>
              <a:chExt cx="3781664" cy="3526921"/>
            </a:xfrm>
          </p:grpSpPr>
          <p:graphicFrame>
            <p:nvGraphicFramePr>
              <p:cNvPr id="38" name="Gráfico 37">
                <a:extLst>
                  <a:ext uri="{FF2B5EF4-FFF2-40B4-BE49-F238E27FC236}">
                    <a16:creationId xmlns:a16="http://schemas.microsoft.com/office/drawing/2014/main" id="{25C5F88A-6036-4096-4CA1-4D0CCF6A83D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98631270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39" name="Elipse 38">
                <a:extLst>
                  <a:ext uri="{FF2B5EF4-FFF2-40B4-BE49-F238E27FC236}">
                    <a16:creationId xmlns:a16="http://schemas.microsoft.com/office/drawing/2014/main" id="{952812EE-43C9-FF79-5100-745890D45C14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</p:grp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E503B2FE-8110-EFF1-9A94-7DA50573DEF3}"/>
                </a:ext>
              </a:extLst>
            </p:cNvPr>
            <p:cNvSpPr txBox="1"/>
            <p:nvPr/>
          </p:nvSpPr>
          <p:spPr>
            <a:xfrm>
              <a:off x="9388209" y="1405403"/>
              <a:ext cx="7231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81,9%</a:t>
              </a:r>
            </a:p>
          </p:txBody>
        </p:sp>
        <p:sp>
          <p:nvSpPr>
            <p:cNvPr id="41" name="Cuadro de texto 47">
              <a:extLst>
                <a:ext uri="{FF2B5EF4-FFF2-40B4-BE49-F238E27FC236}">
                  <a16:creationId xmlns:a16="http://schemas.microsoft.com/office/drawing/2014/main" id="{CE8A9E47-551F-76AF-7925-48FBAE53C17D}"/>
                </a:ext>
              </a:extLst>
            </p:cNvPr>
            <p:cNvSpPr txBox="1"/>
            <p:nvPr/>
          </p:nvSpPr>
          <p:spPr>
            <a:xfrm>
              <a:off x="9094095" y="2632003"/>
              <a:ext cx="1517354" cy="646331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Número de veces </a:t>
              </a:r>
              <a:r>
                <a:rPr lang="es-ES" sz="14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Segoe UI Light"/>
                </a:rPr>
                <a:t>en</a:t>
              </a: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 caer en default en 90 días o mas</a:t>
              </a:r>
            </a:p>
          </p:txBody>
        </p:sp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FBA68F31-42DD-ECDD-C5AF-056EE5EC3035}"/>
              </a:ext>
            </a:extLst>
          </p:cNvPr>
          <p:cNvGrpSpPr/>
          <p:nvPr/>
        </p:nvGrpSpPr>
        <p:grpSpPr>
          <a:xfrm>
            <a:off x="6336517" y="3899587"/>
            <a:ext cx="2921283" cy="2286257"/>
            <a:chOff x="6269842" y="3880537"/>
            <a:chExt cx="2921283" cy="2286257"/>
          </a:xfrm>
        </p:grpSpPr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81424C41-5203-DEEF-BC0F-B230580AAB86}"/>
                </a:ext>
              </a:extLst>
            </p:cNvPr>
            <p:cNvSpPr/>
            <p:nvPr/>
          </p:nvSpPr>
          <p:spPr>
            <a:xfrm>
              <a:off x="6269842" y="5298814"/>
              <a:ext cx="2921283" cy="867980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0670D305-3287-108B-5161-4E5063FEC3C6}"/>
                </a:ext>
              </a:extLst>
            </p:cNvPr>
            <p:cNvGrpSpPr/>
            <p:nvPr/>
          </p:nvGrpSpPr>
          <p:grpSpPr>
            <a:xfrm>
              <a:off x="6364331" y="3881480"/>
              <a:ext cx="1326777" cy="1191285"/>
              <a:chOff x="749625" y="2041702"/>
              <a:chExt cx="3781664" cy="3526921"/>
            </a:xfrm>
          </p:grpSpPr>
          <p:graphicFrame>
            <p:nvGraphicFramePr>
              <p:cNvPr id="47" name="Gráfico 46">
                <a:extLst>
                  <a:ext uri="{FF2B5EF4-FFF2-40B4-BE49-F238E27FC236}">
                    <a16:creationId xmlns:a16="http://schemas.microsoft.com/office/drawing/2014/main" id="{A3387055-DF6F-ADA0-405D-122FCE38264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56551859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6"/>
              </a:graphicData>
            </a:graphic>
          </p:graphicFrame>
          <p:sp>
            <p:nvSpPr>
              <p:cNvPr id="48" name="Elipse 47">
                <a:extLst>
                  <a:ext uri="{FF2B5EF4-FFF2-40B4-BE49-F238E27FC236}">
                    <a16:creationId xmlns:a16="http://schemas.microsoft.com/office/drawing/2014/main" id="{3E00B006-9405-A533-811C-9C89DBB60B0D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</p:grpSp>
        <p:sp>
          <p:nvSpPr>
            <p:cNvPr id="49" name="Rectángulo: Esquinas redondeadas 6">
              <a:extLst>
                <a:ext uri="{FF2B5EF4-FFF2-40B4-BE49-F238E27FC236}">
                  <a16:creationId xmlns:a16="http://schemas.microsoft.com/office/drawing/2014/main" id="{62CE7863-6DFD-BFBD-AB6E-F6CC4E2D78B2}"/>
                </a:ext>
              </a:extLst>
            </p:cNvPr>
            <p:cNvSpPr/>
            <p:nvPr/>
          </p:nvSpPr>
          <p:spPr>
            <a:xfrm>
              <a:off x="6741103" y="5124912"/>
              <a:ext cx="2047093" cy="309210"/>
            </a:xfrm>
            <a:prstGeom prst="roundRect">
              <a:avLst>
                <a:gd name="adj" fmla="val 50000"/>
              </a:avLst>
            </a:prstGeom>
            <a:solidFill>
              <a:srgbClr val="BBD09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600" b="1" dirty="0">
                  <a:solidFill>
                    <a:srgbClr val="FFFFFF"/>
                  </a:solidFill>
                  <a:latin typeface="Segoe UI Light"/>
                </a:rPr>
                <a:t>Mejora CE vs BL</a:t>
              </a:r>
              <a:endPara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50" name="Cuadro de texto 47">
              <a:extLst>
                <a:ext uri="{FF2B5EF4-FFF2-40B4-BE49-F238E27FC236}">
                  <a16:creationId xmlns:a16="http://schemas.microsoft.com/office/drawing/2014/main" id="{C42D646E-F3B7-CD34-EE16-CA5123B5D2A9}"/>
                </a:ext>
              </a:extLst>
            </p:cNvPr>
            <p:cNvSpPr txBox="1"/>
            <p:nvPr/>
          </p:nvSpPr>
          <p:spPr>
            <a:xfrm>
              <a:off x="6277464" y="5518889"/>
              <a:ext cx="1272228" cy="430887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Numero de dependientes</a:t>
              </a: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4D91DFC3-552B-871A-A24E-AEE4BDFA51C1}"/>
                </a:ext>
              </a:extLst>
            </p:cNvPr>
            <p:cNvSpPr txBox="1"/>
            <p:nvPr/>
          </p:nvSpPr>
          <p:spPr>
            <a:xfrm>
              <a:off x="6690134" y="4294100"/>
              <a:ext cx="668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BBD092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47,5%</a:t>
              </a:r>
            </a:p>
          </p:txBody>
        </p: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58DB3748-01DE-EC1F-871B-5E2B53EEE5D7}"/>
                </a:ext>
              </a:extLst>
            </p:cNvPr>
            <p:cNvGrpSpPr/>
            <p:nvPr/>
          </p:nvGrpSpPr>
          <p:grpSpPr>
            <a:xfrm>
              <a:off x="7817544" y="3880537"/>
              <a:ext cx="1326777" cy="1191285"/>
              <a:chOff x="749625" y="2041702"/>
              <a:chExt cx="3781664" cy="3526921"/>
            </a:xfrm>
          </p:grpSpPr>
          <p:graphicFrame>
            <p:nvGraphicFramePr>
              <p:cNvPr id="53" name="Gráfico 52">
                <a:extLst>
                  <a:ext uri="{FF2B5EF4-FFF2-40B4-BE49-F238E27FC236}">
                    <a16:creationId xmlns:a16="http://schemas.microsoft.com/office/drawing/2014/main" id="{A589B002-519D-6525-E6BB-7C5FC4B6F0C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99273381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sp>
            <p:nvSpPr>
              <p:cNvPr id="54" name="Elipse 53">
                <a:extLst>
                  <a:ext uri="{FF2B5EF4-FFF2-40B4-BE49-F238E27FC236}">
                    <a16:creationId xmlns:a16="http://schemas.microsoft.com/office/drawing/2014/main" id="{20245761-1FD5-E102-514E-5F3BC06C59E3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</p:grp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3C0AB82B-5CB6-BA7B-163A-5298A3918F33}"/>
                </a:ext>
              </a:extLst>
            </p:cNvPr>
            <p:cNvSpPr txBox="1"/>
            <p:nvPr/>
          </p:nvSpPr>
          <p:spPr>
            <a:xfrm>
              <a:off x="8166207" y="4293157"/>
              <a:ext cx="6707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CO" sz="1400" b="1" dirty="0">
                  <a:solidFill>
                    <a:srgbClr val="BBD092"/>
                  </a:solidFill>
                  <a:latin typeface="Segoe UI Light"/>
                </a:rPr>
                <a:t>22,5</a:t>
              </a:r>
              <a:r>
                <a:rPr kumimoji="0" lang="es-CO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BBD092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56" name="Cuadro de texto 47">
              <a:extLst>
                <a:ext uri="{FF2B5EF4-FFF2-40B4-BE49-F238E27FC236}">
                  <a16:creationId xmlns:a16="http://schemas.microsoft.com/office/drawing/2014/main" id="{48D2B8A7-409A-22A2-22F1-533B10745DF8}"/>
                </a:ext>
              </a:extLst>
            </p:cNvPr>
            <p:cNvSpPr txBox="1"/>
            <p:nvPr/>
          </p:nvSpPr>
          <p:spPr>
            <a:xfrm>
              <a:off x="7881619" y="5518889"/>
              <a:ext cx="1272228" cy="430887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Relación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deuda - ingreso</a:t>
              </a:r>
            </a:p>
          </p:txBody>
        </p:sp>
        <p:sp>
          <p:nvSpPr>
            <p:cNvPr id="64" name="Flecha: hacia arriba 63">
              <a:extLst>
                <a:ext uri="{FF2B5EF4-FFF2-40B4-BE49-F238E27FC236}">
                  <a16:creationId xmlns:a16="http://schemas.microsoft.com/office/drawing/2014/main" id="{F968EAFC-6335-AD6C-A5BE-A5D3F2644612}"/>
                </a:ext>
              </a:extLst>
            </p:cNvPr>
            <p:cNvSpPr/>
            <p:nvPr/>
          </p:nvSpPr>
          <p:spPr>
            <a:xfrm>
              <a:off x="7609699" y="4365750"/>
              <a:ext cx="305838" cy="383353"/>
            </a:xfrm>
            <a:prstGeom prst="upArrow">
              <a:avLst/>
            </a:prstGeom>
            <a:solidFill>
              <a:srgbClr val="BCD092"/>
            </a:solidFill>
            <a:ln>
              <a:solidFill>
                <a:srgbClr val="BCD09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4A42B59E-6E03-FC9C-340F-CC2A421B75D7}"/>
              </a:ext>
            </a:extLst>
          </p:cNvPr>
          <p:cNvGrpSpPr/>
          <p:nvPr/>
        </p:nvGrpSpPr>
        <p:grpSpPr>
          <a:xfrm>
            <a:off x="9519510" y="3890062"/>
            <a:ext cx="2276798" cy="2286257"/>
            <a:chOff x="9519510" y="3880537"/>
            <a:chExt cx="2276798" cy="2286257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C3BEC71E-80F3-184B-6479-0EED762293F3}"/>
                </a:ext>
              </a:extLst>
            </p:cNvPr>
            <p:cNvSpPr/>
            <p:nvPr/>
          </p:nvSpPr>
          <p:spPr>
            <a:xfrm>
              <a:off x="9519511" y="5281983"/>
              <a:ext cx="2276797" cy="884811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92ED2BA9-2150-52BA-A484-77E0A4746597}"/>
                </a:ext>
              </a:extLst>
            </p:cNvPr>
            <p:cNvSpPr/>
            <p:nvPr/>
          </p:nvSpPr>
          <p:spPr>
            <a:xfrm>
              <a:off x="10397189" y="4172852"/>
              <a:ext cx="580788" cy="5215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800" b="1" i="0" u="none" strike="noStrike" kern="1200" cap="none" spc="0" normalizeH="0" baseline="0" noProof="0" dirty="0">
                <a:ln>
                  <a:noFill/>
                </a:ln>
                <a:solidFill>
                  <a:srgbClr val="CE295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19" name="Rectángulo: Esquinas redondeadas 6">
              <a:extLst>
                <a:ext uri="{FF2B5EF4-FFF2-40B4-BE49-F238E27FC236}">
                  <a16:creationId xmlns:a16="http://schemas.microsoft.com/office/drawing/2014/main" id="{8EBC5267-ED48-72AE-19F6-D767511A608B}"/>
                </a:ext>
              </a:extLst>
            </p:cNvPr>
            <p:cNvSpPr/>
            <p:nvPr/>
          </p:nvSpPr>
          <p:spPr>
            <a:xfrm>
              <a:off x="9681706" y="5119079"/>
              <a:ext cx="2010769" cy="296578"/>
            </a:xfrm>
            <a:prstGeom prst="roundRect">
              <a:avLst>
                <a:gd name="adj" fmla="val 50000"/>
              </a:avLst>
            </a:prstGeom>
            <a:solidFill>
              <a:srgbClr val="DA9694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Desmejora CE vs BL</a:t>
              </a:r>
            </a:p>
          </p:txBody>
        </p:sp>
        <p:sp>
          <p:nvSpPr>
            <p:cNvPr id="20" name="Cuadro de texto 47">
              <a:extLst>
                <a:ext uri="{FF2B5EF4-FFF2-40B4-BE49-F238E27FC236}">
                  <a16:creationId xmlns:a16="http://schemas.microsoft.com/office/drawing/2014/main" id="{7EB5C900-A260-D5AF-42AA-F3046169D968}"/>
                </a:ext>
              </a:extLst>
            </p:cNvPr>
            <p:cNvSpPr txBox="1"/>
            <p:nvPr/>
          </p:nvSpPr>
          <p:spPr>
            <a:xfrm>
              <a:off x="9519510" y="5488375"/>
              <a:ext cx="2276797" cy="646329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Saldo total en tarjetas de crédito y líneas de crédito personales</a:t>
              </a:r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FCB545AB-22A0-0DAF-7510-C48FC0819F4F}"/>
                </a:ext>
              </a:extLst>
            </p:cNvPr>
            <p:cNvGrpSpPr/>
            <p:nvPr/>
          </p:nvGrpSpPr>
          <p:grpSpPr>
            <a:xfrm>
              <a:off x="10015423" y="3880537"/>
              <a:ext cx="1326777" cy="1191285"/>
              <a:chOff x="749625" y="2041702"/>
              <a:chExt cx="3781664" cy="3526921"/>
            </a:xfrm>
          </p:grpSpPr>
          <p:graphicFrame>
            <p:nvGraphicFramePr>
              <p:cNvPr id="80" name="Gráfico 79">
                <a:extLst>
                  <a:ext uri="{FF2B5EF4-FFF2-40B4-BE49-F238E27FC236}">
                    <a16:creationId xmlns:a16="http://schemas.microsoft.com/office/drawing/2014/main" id="{C436517E-CFE0-0A69-CA8F-0773F35CBC2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0520102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8"/>
              </a:graphicData>
            </a:graphic>
          </p:graphicFrame>
          <p:sp>
            <p:nvSpPr>
              <p:cNvPr id="81" name="Elipse 80">
                <a:extLst>
                  <a:ext uri="{FF2B5EF4-FFF2-40B4-BE49-F238E27FC236}">
                    <a16:creationId xmlns:a16="http://schemas.microsoft.com/office/drawing/2014/main" id="{C8029700-CC66-FEFA-C04F-8C99133752A2}"/>
                  </a:ext>
                </a:extLst>
              </p:cNvPr>
              <p:cNvSpPr/>
              <p:nvPr/>
            </p:nvSpPr>
            <p:spPr>
              <a:xfrm>
                <a:off x="1882723" y="3000226"/>
                <a:ext cx="1562669" cy="160987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</p:grpSp>
        <p:sp>
          <p:nvSpPr>
            <p:cNvPr id="82" name="CuadroTexto 81">
              <a:extLst>
                <a:ext uri="{FF2B5EF4-FFF2-40B4-BE49-F238E27FC236}">
                  <a16:creationId xmlns:a16="http://schemas.microsoft.com/office/drawing/2014/main" id="{2BB9B736-AEF5-D650-8B69-CD1E611F6F46}"/>
                </a:ext>
              </a:extLst>
            </p:cNvPr>
            <p:cNvSpPr txBox="1"/>
            <p:nvPr/>
          </p:nvSpPr>
          <p:spPr>
            <a:xfrm>
              <a:off x="10292446" y="4294980"/>
              <a:ext cx="7039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CO" sz="1400" b="1" dirty="0">
                  <a:solidFill>
                    <a:srgbClr val="DA9694"/>
                  </a:solidFill>
                  <a:latin typeface="Segoe UI Light"/>
                </a:rPr>
                <a:t>-12,5</a:t>
              </a:r>
              <a:r>
                <a:rPr kumimoji="0" lang="es-CO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DA9694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83" name="Flecha: hacia arriba 82">
              <a:extLst>
                <a:ext uri="{FF2B5EF4-FFF2-40B4-BE49-F238E27FC236}">
                  <a16:creationId xmlns:a16="http://schemas.microsoft.com/office/drawing/2014/main" id="{A568B01B-1EFB-1BFB-34E1-9F817C85C150}"/>
                </a:ext>
              </a:extLst>
            </p:cNvPr>
            <p:cNvSpPr/>
            <p:nvPr/>
          </p:nvSpPr>
          <p:spPr>
            <a:xfrm rot="10800000">
              <a:off x="9801343" y="4414459"/>
              <a:ext cx="305838" cy="383353"/>
            </a:xfrm>
            <a:prstGeom prst="upArrow">
              <a:avLst/>
            </a:prstGeom>
            <a:solidFill>
              <a:srgbClr val="DA9694"/>
            </a:solidFill>
            <a:ln>
              <a:solidFill>
                <a:srgbClr val="DA969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1D5F8E2A-B65B-D020-FDF3-6984BE41457C}"/>
              </a:ext>
            </a:extLst>
          </p:cNvPr>
          <p:cNvGrpSpPr/>
          <p:nvPr/>
        </p:nvGrpSpPr>
        <p:grpSpPr>
          <a:xfrm>
            <a:off x="10187482" y="1060492"/>
            <a:ext cx="1252044" cy="1091515"/>
            <a:chOff x="10215367" y="1676399"/>
            <a:chExt cx="1743551" cy="1948191"/>
          </a:xfrm>
        </p:grpSpPr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C1F4542C-4799-EFA7-A69C-E8D28EC223B0}"/>
                </a:ext>
              </a:extLst>
            </p:cNvPr>
            <p:cNvSpPr/>
            <p:nvPr/>
          </p:nvSpPr>
          <p:spPr>
            <a:xfrm>
              <a:off x="10215367" y="1676399"/>
              <a:ext cx="1743551" cy="1948191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4DD44F26-E8BE-BDAB-8B44-AB416F82DA2E}"/>
                </a:ext>
              </a:extLst>
            </p:cNvPr>
            <p:cNvSpPr txBox="1"/>
            <p:nvPr/>
          </p:nvSpPr>
          <p:spPr>
            <a:xfrm>
              <a:off x="10215367" y="1908892"/>
              <a:ext cx="1743551" cy="148320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Modelos</a:t>
              </a: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 </a:t>
              </a:r>
              <a:r>
                <a:rPr kumimoji="0" lang="es-E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RF, XGB, ANN y BDT </a:t>
              </a:r>
              <a:r>
                <a:rPr kumimoji="0" lang="es-E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mayormente beneficiados.</a:t>
              </a:r>
            </a:p>
          </p:txBody>
        </p:sp>
      </p:grpSp>
      <p:cxnSp>
        <p:nvCxnSpPr>
          <p:cNvPr id="102" name="Conector: angular 101">
            <a:extLst>
              <a:ext uri="{FF2B5EF4-FFF2-40B4-BE49-F238E27FC236}">
                <a16:creationId xmlns:a16="http://schemas.microsoft.com/office/drawing/2014/main" id="{A4BF2B2A-CDF2-13BC-1F26-9181AAAA838E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8166207" y="879111"/>
            <a:ext cx="2647297" cy="181381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: angular 108">
            <a:extLst>
              <a:ext uri="{FF2B5EF4-FFF2-40B4-BE49-F238E27FC236}">
                <a16:creationId xmlns:a16="http://schemas.microsoft.com/office/drawing/2014/main" id="{D49DA96B-17E4-44B4-E614-F17129ED3AA8}"/>
              </a:ext>
            </a:extLst>
          </p:cNvPr>
          <p:cNvCxnSpPr>
            <a:cxnSpLocks/>
            <a:stCxn id="118" idx="2"/>
            <a:endCxn id="77" idx="2"/>
          </p:cNvCxnSpPr>
          <p:nvPr/>
        </p:nvCxnSpPr>
        <p:spPr>
          <a:xfrm rot="5400000" flipH="1" flipV="1">
            <a:off x="9480749" y="2054849"/>
            <a:ext cx="4265" cy="2661243"/>
          </a:xfrm>
          <a:prstGeom prst="bentConnector3">
            <a:avLst>
              <a:gd name="adj1" fmla="val -5359906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951225D1-CF38-7A4D-9E16-FC88795B8CC4}"/>
              </a:ext>
            </a:extLst>
          </p:cNvPr>
          <p:cNvGrpSpPr/>
          <p:nvPr/>
        </p:nvGrpSpPr>
        <p:grpSpPr>
          <a:xfrm>
            <a:off x="3441241" y="4516561"/>
            <a:ext cx="1711641" cy="867981"/>
            <a:chOff x="10215367" y="1676399"/>
            <a:chExt cx="1743551" cy="1948191"/>
          </a:xfrm>
        </p:grpSpPr>
        <p:sp>
          <p:nvSpPr>
            <p:cNvPr id="122" name="Rectángulo 121">
              <a:extLst>
                <a:ext uri="{FF2B5EF4-FFF2-40B4-BE49-F238E27FC236}">
                  <a16:creationId xmlns:a16="http://schemas.microsoft.com/office/drawing/2014/main" id="{F89B2BD6-7635-BD23-0D53-1111ABDBE1E5}"/>
                </a:ext>
              </a:extLst>
            </p:cNvPr>
            <p:cNvSpPr/>
            <p:nvPr/>
          </p:nvSpPr>
          <p:spPr>
            <a:xfrm>
              <a:off x="10215367" y="1676399"/>
              <a:ext cx="1743551" cy="1948191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123" name="CuadroTexto 122">
              <a:extLst>
                <a:ext uri="{FF2B5EF4-FFF2-40B4-BE49-F238E27FC236}">
                  <a16:creationId xmlns:a16="http://schemas.microsoft.com/office/drawing/2014/main" id="{55FA45E9-7372-128F-CC07-4FF872060EEF}"/>
                </a:ext>
              </a:extLst>
            </p:cNvPr>
            <p:cNvSpPr txBox="1"/>
            <p:nvPr/>
          </p:nvSpPr>
          <p:spPr>
            <a:xfrm>
              <a:off x="10215367" y="1821529"/>
              <a:ext cx="1743551" cy="16579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CE</a:t>
              </a:r>
              <a:r>
                <a:rPr kumimoji="0" lang="es-E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 es más flexible al incorporar otras variables</a:t>
              </a: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035DE68C-3D46-055D-4046-97CA73DE0E88}"/>
              </a:ext>
            </a:extLst>
          </p:cNvPr>
          <p:cNvGrpSpPr/>
          <p:nvPr/>
        </p:nvGrpSpPr>
        <p:grpSpPr>
          <a:xfrm>
            <a:off x="886780" y="4516560"/>
            <a:ext cx="1711640" cy="867981"/>
            <a:chOff x="10215367" y="1676399"/>
            <a:chExt cx="1743551" cy="1948191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336B76BF-4503-1BD5-AD2F-383F938698EC}"/>
                </a:ext>
              </a:extLst>
            </p:cNvPr>
            <p:cNvSpPr/>
            <p:nvPr/>
          </p:nvSpPr>
          <p:spPr>
            <a:xfrm>
              <a:off x="10215367" y="1676399"/>
              <a:ext cx="1743551" cy="1948191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131" name="CuadroTexto 130">
              <a:extLst>
                <a:ext uri="{FF2B5EF4-FFF2-40B4-BE49-F238E27FC236}">
                  <a16:creationId xmlns:a16="http://schemas.microsoft.com/office/drawing/2014/main" id="{320AD79C-E2C2-C023-6893-513E3ECB0699}"/>
                </a:ext>
              </a:extLst>
            </p:cNvPr>
            <p:cNvSpPr txBox="1"/>
            <p:nvPr/>
          </p:nvSpPr>
          <p:spPr>
            <a:xfrm>
              <a:off x="10215367" y="2112325"/>
              <a:ext cx="1743551" cy="107634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Enfoque CE </a:t>
              </a:r>
              <a:r>
                <a:rPr kumimoji="0" lang="es-E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supera ligeramente a </a:t>
              </a: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BL</a:t>
              </a:r>
              <a:r>
                <a:rPr kumimoji="0" lang="es-E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 </a:t>
              </a:r>
              <a:r>
                <a:rPr kumimoji="0" lang="es-E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 </a:t>
              </a:r>
            </a:p>
          </p:txBody>
        </p:sp>
      </p:grpSp>
      <p:cxnSp>
        <p:nvCxnSpPr>
          <p:cNvPr id="136" name="Conector: angular 135">
            <a:extLst>
              <a:ext uri="{FF2B5EF4-FFF2-40B4-BE49-F238E27FC236}">
                <a16:creationId xmlns:a16="http://schemas.microsoft.com/office/drawing/2014/main" id="{D064D77E-CC98-7119-D8D8-127D199B9F27}"/>
              </a:ext>
            </a:extLst>
          </p:cNvPr>
          <p:cNvCxnSpPr>
            <a:cxnSpLocks/>
            <a:stCxn id="4" idx="1"/>
            <a:endCxn id="131" idx="1"/>
          </p:cNvCxnSpPr>
          <p:nvPr/>
        </p:nvCxnSpPr>
        <p:spPr>
          <a:xfrm rot="10800000" flipH="1" flipV="1">
            <a:off x="427764" y="2820082"/>
            <a:ext cx="459016" cy="2130470"/>
          </a:xfrm>
          <a:prstGeom prst="bentConnector3">
            <a:avLst>
              <a:gd name="adj1" fmla="val -49802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: angular 139">
            <a:extLst>
              <a:ext uri="{FF2B5EF4-FFF2-40B4-BE49-F238E27FC236}">
                <a16:creationId xmlns:a16="http://schemas.microsoft.com/office/drawing/2014/main" id="{76A62A04-A667-5260-6C1A-99ED743CEFB1}"/>
              </a:ext>
            </a:extLst>
          </p:cNvPr>
          <p:cNvCxnSpPr>
            <a:cxnSpLocks/>
            <a:stCxn id="131" idx="3"/>
            <a:endCxn id="123" idx="1"/>
          </p:cNvCxnSpPr>
          <p:nvPr/>
        </p:nvCxnSpPr>
        <p:spPr>
          <a:xfrm>
            <a:off x="2598420" y="4950552"/>
            <a:ext cx="842821" cy="1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D7B17CC4-1E90-2F8D-807C-E189E6CD61B8}"/>
              </a:ext>
            </a:extLst>
          </p:cNvPr>
          <p:cNvGrpSpPr/>
          <p:nvPr/>
        </p:nvGrpSpPr>
        <p:grpSpPr>
          <a:xfrm>
            <a:off x="878646" y="5475372"/>
            <a:ext cx="1711641" cy="867980"/>
            <a:chOff x="10215367" y="1676399"/>
            <a:chExt cx="1743551" cy="1948191"/>
          </a:xfrm>
        </p:grpSpPr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084DF2ED-94E6-7AA8-9439-6C0FD8A54DA9}"/>
                </a:ext>
              </a:extLst>
            </p:cNvPr>
            <p:cNvSpPr/>
            <p:nvPr/>
          </p:nvSpPr>
          <p:spPr>
            <a:xfrm>
              <a:off x="10215367" y="1676399"/>
              <a:ext cx="1743551" cy="1948191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145" name="CuadroTexto 144">
              <a:extLst>
                <a:ext uri="{FF2B5EF4-FFF2-40B4-BE49-F238E27FC236}">
                  <a16:creationId xmlns:a16="http://schemas.microsoft.com/office/drawing/2014/main" id="{B8FF655D-A61E-7B35-9D59-1677B5AC9B16}"/>
                </a:ext>
              </a:extLst>
            </p:cNvPr>
            <p:cNvSpPr txBox="1"/>
            <p:nvPr/>
          </p:nvSpPr>
          <p:spPr>
            <a:xfrm>
              <a:off x="10215367" y="1762489"/>
              <a:ext cx="1743551" cy="17760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ANN </a:t>
              </a:r>
              <a:r>
                <a:rPr lang="es-ES" sz="1400" dirty="0">
                  <a:solidFill>
                    <a:srgbClr val="000000"/>
                  </a:solidFill>
                  <a:latin typeface="Segoe UI Light"/>
                </a:rPr>
                <a:t>mejora con </a:t>
              </a:r>
              <a:r>
                <a:rPr lang="es-ES" sz="1400" b="1" dirty="0">
                  <a:solidFill>
                    <a:srgbClr val="CE295E"/>
                  </a:solidFill>
                  <a:latin typeface="Segoe UI Light"/>
                </a:rPr>
                <a:t>CE</a:t>
              </a:r>
              <a:r>
                <a:rPr lang="es-ES" sz="1400" dirty="0">
                  <a:solidFill>
                    <a:srgbClr val="000000"/>
                  </a:solidFill>
                  <a:latin typeface="Segoe UI Light"/>
                </a:rPr>
                <a:t>, superando a </a:t>
              </a:r>
              <a:r>
                <a:rPr lang="es-ES" sz="1400" b="1" dirty="0">
                  <a:solidFill>
                    <a:srgbClr val="CE295E"/>
                  </a:solidFill>
                  <a:latin typeface="Segoe UI Light"/>
                </a:rPr>
                <a:t>XGB</a:t>
              </a:r>
              <a:endPara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CE295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</p:grpSp>
      <p:cxnSp>
        <p:nvCxnSpPr>
          <p:cNvPr id="146" name="Conector: angular 145">
            <a:extLst>
              <a:ext uri="{FF2B5EF4-FFF2-40B4-BE49-F238E27FC236}">
                <a16:creationId xmlns:a16="http://schemas.microsoft.com/office/drawing/2014/main" id="{34CA1A77-7A81-66D6-5B37-3D44DFFD8D5E}"/>
              </a:ext>
            </a:extLst>
          </p:cNvPr>
          <p:cNvCxnSpPr>
            <a:cxnSpLocks/>
            <a:stCxn id="4" idx="1"/>
            <a:endCxn id="145" idx="1"/>
          </p:cNvCxnSpPr>
          <p:nvPr/>
        </p:nvCxnSpPr>
        <p:spPr>
          <a:xfrm rot="10800000" flipH="1" flipV="1">
            <a:off x="427764" y="2820082"/>
            <a:ext cx="450882" cy="3089280"/>
          </a:xfrm>
          <a:prstGeom prst="bentConnector3">
            <a:avLst>
              <a:gd name="adj1" fmla="val -50701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Grupo 149">
            <a:extLst>
              <a:ext uri="{FF2B5EF4-FFF2-40B4-BE49-F238E27FC236}">
                <a16:creationId xmlns:a16="http://schemas.microsoft.com/office/drawing/2014/main" id="{32CEB8CF-1F00-BD2D-1C66-C7A58107C845}"/>
              </a:ext>
            </a:extLst>
          </p:cNvPr>
          <p:cNvGrpSpPr/>
          <p:nvPr/>
        </p:nvGrpSpPr>
        <p:grpSpPr>
          <a:xfrm>
            <a:off x="3429499" y="5479850"/>
            <a:ext cx="1711641" cy="863502"/>
            <a:chOff x="10215367" y="1676399"/>
            <a:chExt cx="1743551" cy="1948191"/>
          </a:xfrm>
        </p:grpSpPr>
        <p:sp>
          <p:nvSpPr>
            <p:cNvPr id="151" name="Rectángulo 150">
              <a:extLst>
                <a:ext uri="{FF2B5EF4-FFF2-40B4-BE49-F238E27FC236}">
                  <a16:creationId xmlns:a16="http://schemas.microsoft.com/office/drawing/2014/main" id="{3EA7EC09-9E99-0B07-6049-E0F79CF37B2E}"/>
                </a:ext>
              </a:extLst>
            </p:cNvPr>
            <p:cNvSpPr/>
            <p:nvPr/>
          </p:nvSpPr>
          <p:spPr>
            <a:xfrm>
              <a:off x="10215367" y="1676399"/>
              <a:ext cx="1743551" cy="1948191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152" name="CuadroTexto 151">
              <a:extLst>
                <a:ext uri="{FF2B5EF4-FFF2-40B4-BE49-F238E27FC236}">
                  <a16:creationId xmlns:a16="http://schemas.microsoft.com/office/drawing/2014/main" id="{EBC87C35-634C-D3DE-7C0E-9436AD468D1E}"/>
                </a:ext>
              </a:extLst>
            </p:cNvPr>
            <p:cNvSpPr txBox="1"/>
            <p:nvPr/>
          </p:nvSpPr>
          <p:spPr>
            <a:xfrm>
              <a:off x="10215367" y="1757885"/>
              <a:ext cx="1743551" cy="1785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E295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BDT </a:t>
              </a:r>
              <a:r>
                <a:rPr lang="es-ES" sz="1400" dirty="0">
                  <a:solidFill>
                    <a:srgbClr val="000000"/>
                  </a:solidFill>
                  <a:latin typeface="Segoe UI Light"/>
                </a:rPr>
                <a:t>mejora con </a:t>
              </a:r>
              <a:r>
                <a:rPr lang="es-ES" sz="1400" b="1" dirty="0">
                  <a:solidFill>
                    <a:srgbClr val="CE295E"/>
                  </a:solidFill>
                  <a:latin typeface="Segoe UI Light"/>
                </a:rPr>
                <a:t>BL</a:t>
              </a:r>
              <a:r>
                <a:rPr lang="es-ES" sz="1400" dirty="0">
                  <a:solidFill>
                    <a:srgbClr val="000000"/>
                  </a:solidFill>
                  <a:latin typeface="Segoe UI Light"/>
                </a:rPr>
                <a:t>, pero empeora con </a:t>
              </a:r>
              <a:r>
                <a:rPr lang="es-ES" sz="1400" b="1" dirty="0">
                  <a:solidFill>
                    <a:srgbClr val="CE295E"/>
                  </a:solidFill>
                  <a:latin typeface="Segoe UI Light"/>
                </a:rPr>
                <a:t>CE</a:t>
              </a:r>
              <a:r>
                <a:rPr lang="es-ES" sz="1400" dirty="0">
                  <a:solidFill>
                    <a:srgbClr val="000000"/>
                  </a:solidFill>
                  <a:latin typeface="Segoe UI Light"/>
                </a:rPr>
                <a:t> </a:t>
              </a:r>
              <a:endPara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</p:grpSp>
      <p:cxnSp>
        <p:nvCxnSpPr>
          <p:cNvPr id="153" name="Conector: angular 152">
            <a:extLst>
              <a:ext uri="{FF2B5EF4-FFF2-40B4-BE49-F238E27FC236}">
                <a16:creationId xmlns:a16="http://schemas.microsoft.com/office/drawing/2014/main" id="{443F93F9-EF49-8233-4A4E-D9AD44E1F361}"/>
              </a:ext>
            </a:extLst>
          </p:cNvPr>
          <p:cNvCxnSpPr>
            <a:cxnSpLocks/>
            <a:stCxn id="145" idx="3"/>
            <a:endCxn id="152" idx="1"/>
          </p:cNvCxnSpPr>
          <p:nvPr/>
        </p:nvCxnSpPr>
        <p:spPr>
          <a:xfrm>
            <a:off x="2590287" y="5909362"/>
            <a:ext cx="839212" cy="2239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ector: angular 187">
            <a:extLst>
              <a:ext uri="{FF2B5EF4-FFF2-40B4-BE49-F238E27FC236}">
                <a16:creationId xmlns:a16="http://schemas.microsoft.com/office/drawing/2014/main" id="{375D742E-B7B9-DF8F-7AB6-1506CB3DA162}"/>
              </a:ext>
            </a:extLst>
          </p:cNvPr>
          <p:cNvCxnSpPr>
            <a:cxnSpLocks/>
            <a:stCxn id="123" idx="3"/>
            <a:endCxn id="152" idx="3"/>
          </p:cNvCxnSpPr>
          <p:nvPr/>
        </p:nvCxnSpPr>
        <p:spPr>
          <a:xfrm flipH="1">
            <a:off x="5141140" y="4950553"/>
            <a:ext cx="11742" cy="961048"/>
          </a:xfrm>
          <a:prstGeom prst="bentConnector3">
            <a:avLst>
              <a:gd name="adj1" fmla="val -1946857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36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" name="Google Shape;696;p22"/>
          <p:cNvGrpSpPr/>
          <p:nvPr/>
        </p:nvGrpSpPr>
        <p:grpSpPr>
          <a:xfrm>
            <a:off x="105737" y="955475"/>
            <a:ext cx="5486400" cy="1815713"/>
            <a:chOff x="457200" y="930383"/>
            <a:chExt cx="2518200" cy="803943"/>
          </a:xfrm>
        </p:grpSpPr>
        <p:grpSp>
          <p:nvGrpSpPr>
            <p:cNvPr id="697" name="Google Shape;697;p22"/>
            <p:cNvGrpSpPr/>
            <p:nvPr/>
          </p:nvGrpSpPr>
          <p:grpSpPr>
            <a:xfrm>
              <a:off x="914400" y="959300"/>
              <a:ext cx="2061000" cy="775026"/>
              <a:chOff x="457200" y="959300"/>
              <a:chExt cx="2061000" cy="775026"/>
            </a:xfrm>
          </p:grpSpPr>
          <p:sp>
            <p:nvSpPr>
              <p:cNvPr id="698" name="Google Shape;698;p22"/>
              <p:cNvSpPr txBox="1"/>
              <p:nvPr/>
            </p:nvSpPr>
            <p:spPr>
              <a:xfrm>
                <a:off x="457200" y="959300"/>
                <a:ext cx="2061000" cy="278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" sz="2400" b="1" kern="0" dirty="0">
                    <a:solidFill>
                      <a:srgbClr val="C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Enfoque Propuesto:</a:t>
                </a:r>
                <a:endParaRPr sz="2400" b="1" kern="0" dirty="0">
                  <a:solidFill>
                    <a:srgbClr val="C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99" name="Google Shape;699;p22"/>
              <p:cNvSpPr txBox="1"/>
              <p:nvPr/>
            </p:nvSpPr>
            <p:spPr>
              <a:xfrm>
                <a:off x="457200" y="1151811"/>
                <a:ext cx="2061000" cy="582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342900" lvl="0" indent="-342900">
                  <a:buSzPts val="1400"/>
                  <a:buFont typeface="Arial" panose="020B0604020202020204" pitchFamily="34" charset="0"/>
                  <a:buChar char="•"/>
                </a:pPr>
                <a:r>
                  <a:rPr lang="es-ES" sz="1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Minimización del ECM en modelos de evaluación del riesgo crediticio.</a:t>
                </a:r>
              </a:p>
              <a:p>
                <a:pPr marL="342900" indent="-342900">
                  <a:buSzPts val="1400"/>
                  <a:buFont typeface="Arial" panose="020B0604020202020204" pitchFamily="34" charset="0"/>
                  <a:buChar char="•"/>
                </a:pPr>
                <a:r>
                  <a:rPr lang="es-CO" sz="1400" dirty="0">
                    <a:solidFill>
                      <a:srgbClr val="000000">
                        <a:hueOff val="0"/>
                        <a:satOff val="0"/>
                        <a:lumOff val="0"/>
                        <a:alphaOff val="0"/>
                      </a:srgbClr>
                    </a:solidFill>
                    <a:latin typeface="Arial"/>
                    <a:ea typeface="+mn-ea"/>
                    <a:cs typeface="+mn-cs"/>
                  </a:rPr>
                  <a:t>Determinar las variables más importantes para predecir el default crediticio.</a:t>
                </a:r>
                <a:endParaRPr lang="es-ES" sz="1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Roboto"/>
                </a:endParaRPr>
              </a:p>
            </p:txBody>
          </p:sp>
        </p:grpSp>
        <p:sp>
          <p:nvSpPr>
            <p:cNvPr id="700" name="Google Shape;700;p22"/>
            <p:cNvSpPr txBox="1"/>
            <p:nvPr/>
          </p:nvSpPr>
          <p:spPr>
            <a:xfrm>
              <a:off x="457200" y="930383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 defTabSz="1219170">
                <a:buClr>
                  <a:srgbClr val="000000"/>
                </a:buClr>
              </a:pPr>
              <a:r>
                <a:rPr lang="en" sz="2400" b="1" kern="0" dirty="0">
                  <a:solidFill>
                    <a:srgbClr val="C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2400" b="1" kern="0" dirty="0">
                <a:solidFill>
                  <a:srgbClr val="C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01" name="Google Shape;701;p22"/>
          <p:cNvGrpSpPr/>
          <p:nvPr/>
        </p:nvGrpSpPr>
        <p:grpSpPr>
          <a:xfrm>
            <a:off x="105737" y="2660879"/>
            <a:ext cx="5486401" cy="1845804"/>
            <a:chOff x="457200" y="2970300"/>
            <a:chExt cx="2518200" cy="782607"/>
          </a:xfrm>
        </p:grpSpPr>
        <p:grpSp>
          <p:nvGrpSpPr>
            <p:cNvPr id="702" name="Google Shape;702;p22"/>
            <p:cNvGrpSpPr/>
            <p:nvPr/>
          </p:nvGrpSpPr>
          <p:grpSpPr>
            <a:xfrm>
              <a:off x="914400" y="2970300"/>
              <a:ext cx="2061000" cy="782607"/>
              <a:chOff x="457200" y="2984950"/>
              <a:chExt cx="2061000" cy="782607"/>
            </a:xfrm>
          </p:grpSpPr>
          <p:sp>
            <p:nvSpPr>
              <p:cNvPr id="703" name="Google Shape;703;p22"/>
              <p:cNvSpPr txBox="1"/>
              <p:nvPr/>
            </p:nvSpPr>
            <p:spPr>
              <a:xfrm>
                <a:off x="457200" y="298495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" sz="2400" b="1" kern="0" dirty="0">
                    <a:solidFill>
                      <a:srgbClr val="C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Antecedentes</a:t>
                </a:r>
                <a:endParaRPr sz="2400" b="1" kern="0" dirty="0">
                  <a:solidFill>
                    <a:srgbClr val="C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04" name="Google Shape;704;p22"/>
              <p:cNvSpPr txBox="1"/>
              <p:nvPr/>
            </p:nvSpPr>
            <p:spPr>
              <a:xfrm>
                <a:off x="457200" y="3284557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Modelos </a:t>
                </a:r>
                <a:r>
                  <a:rPr lang="es-CO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RF</a:t>
                </a: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y </a:t>
                </a:r>
                <a:r>
                  <a:rPr lang="es-CO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XGB</a:t>
                </a: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predominan en la literatura, mientras </a:t>
                </a:r>
                <a:r>
                  <a:rPr lang="es-CO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ANN</a:t>
                </a: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presenta resultados ambiguos.</a:t>
                </a:r>
              </a:p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Machine Learning para la inclusión financiera.</a:t>
                </a:r>
              </a:p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Riesgo en decisiones discriminatorias.</a:t>
                </a:r>
              </a:p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endParaRPr lang="es-CO" sz="1400" kern="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05" name="Google Shape;705;p22"/>
            <p:cNvSpPr txBox="1"/>
            <p:nvPr/>
          </p:nvSpPr>
          <p:spPr>
            <a:xfrm>
              <a:off x="457200" y="2970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 defTabSz="1219170">
                <a:buClr>
                  <a:srgbClr val="000000"/>
                </a:buClr>
              </a:pPr>
              <a:r>
                <a:rPr lang="en" sz="2400" b="1" kern="0" dirty="0">
                  <a:solidFill>
                    <a:srgbClr val="C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2400" b="1" kern="0" dirty="0">
                <a:solidFill>
                  <a:srgbClr val="C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11" name="Google Shape;711;p22"/>
          <p:cNvGrpSpPr/>
          <p:nvPr/>
        </p:nvGrpSpPr>
        <p:grpSpPr>
          <a:xfrm>
            <a:off x="105737" y="4354323"/>
            <a:ext cx="5486400" cy="1975081"/>
            <a:chOff x="457200" y="3975800"/>
            <a:chExt cx="2518200" cy="744034"/>
          </a:xfrm>
        </p:grpSpPr>
        <p:grpSp>
          <p:nvGrpSpPr>
            <p:cNvPr id="712" name="Google Shape;712;p22"/>
            <p:cNvGrpSpPr/>
            <p:nvPr/>
          </p:nvGrpSpPr>
          <p:grpSpPr>
            <a:xfrm>
              <a:off x="914400" y="3975800"/>
              <a:ext cx="2061000" cy="744034"/>
              <a:chOff x="457200" y="3975800"/>
              <a:chExt cx="2061000" cy="744034"/>
            </a:xfrm>
          </p:grpSpPr>
          <p:sp>
            <p:nvSpPr>
              <p:cNvPr id="713" name="Google Shape;713;p22"/>
              <p:cNvSpPr txBox="1"/>
              <p:nvPr/>
            </p:nvSpPr>
            <p:spPr>
              <a:xfrm>
                <a:off x="457200" y="39758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" sz="2400" b="1" kern="0" dirty="0">
                    <a:solidFill>
                      <a:srgbClr val="C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Innovacion y Tendencia</a:t>
                </a:r>
                <a:endParaRPr sz="2400" b="1" kern="0" dirty="0">
                  <a:solidFill>
                    <a:srgbClr val="C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14" name="Google Shape;714;p22"/>
              <p:cNvSpPr txBox="1"/>
              <p:nvPr/>
            </p:nvSpPr>
            <p:spPr>
              <a:xfrm>
                <a:off x="457200" y="4236834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n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Datos alternativos basadas en huellas moviles, sociales y digitales.</a:t>
                </a:r>
              </a:p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n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Tecnicas alternativas basadas en Neural Networks para detecar la propagacion del riesgo.</a:t>
                </a:r>
              </a:p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Sector Tecno-Financiero a la vanguardia.</a:t>
                </a:r>
              </a:p>
            </p:txBody>
          </p:sp>
        </p:grpSp>
        <p:sp>
          <p:nvSpPr>
            <p:cNvPr id="715" name="Google Shape;715;p22"/>
            <p:cNvSpPr txBox="1"/>
            <p:nvPr/>
          </p:nvSpPr>
          <p:spPr>
            <a:xfrm>
              <a:off x="457200" y="3975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 defTabSz="1219170">
                <a:buClr>
                  <a:srgbClr val="000000"/>
                </a:buClr>
              </a:pPr>
              <a:r>
                <a:rPr lang="en" sz="2400" b="1" kern="0" dirty="0">
                  <a:solidFill>
                    <a:srgbClr val="C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2400" b="1" kern="0" dirty="0">
                <a:solidFill>
                  <a:srgbClr val="C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5" name="Título 127">
            <a:extLst>
              <a:ext uri="{FF2B5EF4-FFF2-40B4-BE49-F238E27FC236}">
                <a16:creationId xmlns:a16="http://schemas.microsoft.com/office/drawing/2014/main" id="{F99DE3B8-AA1F-1BB2-8B5F-DAF25E79998E}"/>
              </a:ext>
            </a:extLst>
          </p:cNvPr>
          <p:cNvSpPr txBox="1">
            <a:spLocks/>
          </p:cNvSpPr>
          <p:nvPr/>
        </p:nvSpPr>
        <p:spPr>
          <a:xfrm>
            <a:off x="393318" y="369971"/>
            <a:ext cx="10948295" cy="3877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dirty="0"/>
              <a:t>CONCLUSIONES</a:t>
            </a:r>
            <a:endParaRPr lang="es-ES" sz="2400" b="1" dirty="0"/>
          </a:p>
        </p:txBody>
      </p:sp>
      <p:grpSp>
        <p:nvGrpSpPr>
          <p:cNvPr id="8" name="Google Shape;696;p22">
            <a:extLst>
              <a:ext uri="{FF2B5EF4-FFF2-40B4-BE49-F238E27FC236}">
                <a16:creationId xmlns:a16="http://schemas.microsoft.com/office/drawing/2014/main" id="{3FFD381F-0ABC-2CCE-3AC0-C5D2594867B9}"/>
              </a:ext>
            </a:extLst>
          </p:cNvPr>
          <p:cNvGrpSpPr/>
          <p:nvPr/>
        </p:nvGrpSpPr>
        <p:grpSpPr>
          <a:xfrm>
            <a:off x="5604574" y="946144"/>
            <a:ext cx="6282624" cy="1815713"/>
            <a:chOff x="457200" y="930383"/>
            <a:chExt cx="2518200" cy="750234"/>
          </a:xfrm>
        </p:grpSpPr>
        <p:grpSp>
          <p:nvGrpSpPr>
            <p:cNvPr id="9" name="Google Shape;697;p22">
              <a:extLst>
                <a:ext uri="{FF2B5EF4-FFF2-40B4-BE49-F238E27FC236}">
                  <a16:creationId xmlns:a16="http://schemas.microsoft.com/office/drawing/2014/main" id="{617414F2-524B-3CFC-2BFD-E5D005E586A5}"/>
                </a:ext>
              </a:extLst>
            </p:cNvPr>
            <p:cNvGrpSpPr/>
            <p:nvPr/>
          </p:nvGrpSpPr>
          <p:grpSpPr>
            <a:xfrm>
              <a:off x="914400" y="959300"/>
              <a:ext cx="2061000" cy="721317"/>
              <a:chOff x="457200" y="959300"/>
              <a:chExt cx="2061000" cy="721317"/>
            </a:xfrm>
          </p:grpSpPr>
          <p:sp>
            <p:nvSpPr>
              <p:cNvPr id="11" name="Google Shape;698;p22">
                <a:extLst>
                  <a:ext uri="{FF2B5EF4-FFF2-40B4-BE49-F238E27FC236}">
                    <a16:creationId xmlns:a16="http://schemas.microsoft.com/office/drawing/2014/main" id="{656F0965-DC9B-1CFD-3B55-438B27622E0D}"/>
                  </a:ext>
                </a:extLst>
              </p:cNvPr>
              <p:cNvSpPr txBox="1"/>
              <p:nvPr/>
            </p:nvSpPr>
            <p:spPr>
              <a:xfrm>
                <a:off x="457200" y="959300"/>
                <a:ext cx="2061000" cy="278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" sz="2400" b="1" kern="0" dirty="0">
                    <a:solidFill>
                      <a:srgbClr val="C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Tecnicas</a:t>
                </a:r>
                <a:endParaRPr sz="2400" b="1" kern="0" dirty="0">
                  <a:solidFill>
                    <a:srgbClr val="C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2" name="Google Shape;699;p22">
                <a:extLst>
                  <a:ext uri="{FF2B5EF4-FFF2-40B4-BE49-F238E27FC236}">
                    <a16:creationId xmlns:a16="http://schemas.microsoft.com/office/drawing/2014/main" id="{CCB12688-51EE-8548-5A32-F0ECEACFB8D0}"/>
                  </a:ext>
                </a:extLst>
              </p:cNvPr>
              <p:cNvSpPr txBox="1"/>
              <p:nvPr/>
            </p:nvSpPr>
            <p:spPr>
              <a:xfrm>
                <a:off x="457200" y="1153393"/>
                <a:ext cx="2061000" cy="5272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Rendimiento superior con </a:t>
                </a:r>
                <a:r>
                  <a:rPr lang="es-CO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RF</a:t>
                </a: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  <a:r>
                  <a:rPr lang="es-CO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XGB</a:t>
                </a: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y </a:t>
                </a:r>
                <a:r>
                  <a:rPr lang="es-CO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ANN</a:t>
                </a:r>
                <a:endParaRPr lang="es-CO" sz="1400" kern="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Sinergia de </a:t>
                </a:r>
                <a:r>
                  <a:rPr lang="es-CO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ANN</a:t>
                </a: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con algoritmo </a:t>
                </a:r>
                <a:r>
                  <a:rPr lang="es-CO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CE</a:t>
                </a: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.</a:t>
                </a:r>
              </a:p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s-CO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BDT</a:t>
                </a: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mayor beneficiado</a:t>
                </a:r>
              </a:p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s-CO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SVM</a:t>
                </a:r>
                <a:r>
                  <a:rPr lang="es-CO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sin mejoras significativas.</a:t>
                </a:r>
                <a:endParaRPr lang="es-ES" sz="1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Roboto"/>
                </a:endParaRPr>
              </a:p>
            </p:txBody>
          </p:sp>
        </p:grpSp>
        <p:sp>
          <p:nvSpPr>
            <p:cNvPr id="10" name="Google Shape;700;p22">
              <a:extLst>
                <a:ext uri="{FF2B5EF4-FFF2-40B4-BE49-F238E27FC236}">
                  <a16:creationId xmlns:a16="http://schemas.microsoft.com/office/drawing/2014/main" id="{32C81C3B-8307-A667-ED99-F0EA3CB40795}"/>
                </a:ext>
              </a:extLst>
            </p:cNvPr>
            <p:cNvSpPr txBox="1"/>
            <p:nvPr/>
          </p:nvSpPr>
          <p:spPr>
            <a:xfrm>
              <a:off x="457200" y="930383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 defTabSz="1219170">
                <a:buClr>
                  <a:srgbClr val="000000"/>
                </a:buClr>
              </a:pPr>
              <a:r>
                <a:rPr lang="en" sz="2400" b="1" kern="0" dirty="0">
                  <a:solidFill>
                    <a:srgbClr val="C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</a:p>
          </p:txBody>
        </p:sp>
      </p:grpSp>
      <p:grpSp>
        <p:nvGrpSpPr>
          <p:cNvPr id="13" name="Google Shape;701;p22">
            <a:extLst>
              <a:ext uri="{FF2B5EF4-FFF2-40B4-BE49-F238E27FC236}">
                <a16:creationId xmlns:a16="http://schemas.microsoft.com/office/drawing/2014/main" id="{284B255A-C90F-0D69-3475-800FC6B19375}"/>
              </a:ext>
            </a:extLst>
          </p:cNvPr>
          <p:cNvGrpSpPr/>
          <p:nvPr/>
        </p:nvGrpSpPr>
        <p:grpSpPr>
          <a:xfrm>
            <a:off x="5604574" y="2701310"/>
            <a:ext cx="6282625" cy="1796042"/>
            <a:chOff x="457200" y="2970300"/>
            <a:chExt cx="2518200" cy="824600"/>
          </a:xfrm>
        </p:grpSpPr>
        <p:grpSp>
          <p:nvGrpSpPr>
            <p:cNvPr id="14" name="Google Shape;702;p22">
              <a:extLst>
                <a:ext uri="{FF2B5EF4-FFF2-40B4-BE49-F238E27FC236}">
                  <a16:creationId xmlns:a16="http://schemas.microsoft.com/office/drawing/2014/main" id="{E20A8E5F-C9A4-9A76-BFDB-7BBC9D9EE1E6}"/>
                </a:ext>
              </a:extLst>
            </p:cNvPr>
            <p:cNvGrpSpPr/>
            <p:nvPr/>
          </p:nvGrpSpPr>
          <p:grpSpPr>
            <a:xfrm>
              <a:off x="914400" y="2970300"/>
              <a:ext cx="2061000" cy="824600"/>
              <a:chOff x="457200" y="2984950"/>
              <a:chExt cx="2061000" cy="824600"/>
            </a:xfrm>
          </p:grpSpPr>
          <p:sp>
            <p:nvSpPr>
              <p:cNvPr id="16" name="Google Shape;703;p22">
                <a:extLst>
                  <a:ext uri="{FF2B5EF4-FFF2-40B4-BE49-F238E27FC236}">
                    <a16:creationId xmlns:a16="http://schemas.microsoft.com/office/drawing/2014/main" id="{0F1839D8-B227-A4E1-A768-F34D0EB68A28}"/>
                  </a:ext>
                </a:extLst>
              </p:cNvPr>
              <p:cNvSpPr txBox="1"/>
              <p:nvPr/>
            </p:nvSpPr>
            <p:spPr>
              <a:xfrm>
                <a:off x="457200" y="298495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" sz="2400" b="1" kern="0" dirty="0">
                    <a:solidFill>
                      <a:srgbClr val="C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Variables</a:t>
                </a:r>
                <a:endParaRPr sz="2400" b="1" kern="0" dirty="0">
                  <a:solidFill>
                    <a:srgbClr val="C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7" name="Google Shape;704;p22">
                <a:extLst>
                  <a:ext uri="{FF2B5EF4-FFF2-40B4-BE49-F238E27FC236}">
                    <a16:creationId xmlns:a16="http://schemas.microsoft.com/office/drawing/2014/main" id="{B37EBA7C-9F0A-562D-207F-27194D641CD7}"/>
                  </a:ext>
                </a:extLst>
              </p:cNvPr>
              <p:cNvSpPr txBox="1"/>
              <p:nvPr/>
            </p:nvSpPr>
            <p:spPr>
              <a:xfrm>
                <a:off x="457200" y="332655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s-MX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Retrasos en pagos prolongados (60-89 y más de 90 días) son consistentes.</a:t>
                </a:r>
              </a:p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s-MX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Deuda – ingreso y numero dependientes mejoran con </a:t>
                </a:r>
                <a:r>
                  <a:rPr lang="es-MX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CE</a:t>
                </a:r>
                <a:r>
                  <a:rPr lang="es-MX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.</a:t>
                </a:r>
              </a:p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s-MX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Numero líneas de crédito mejora con </a:t>
                </a:r>
                <a:r>
                  <a:rPr lang="es-MX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BL.</a:t>
                </a:r>
              </a:p>
            </p:txBody>
          </p:sp>
        </p:grpSp>
        <p:sp>
          <p:nvSpPr>
            <p:cNvPr id="15" name="Google Shape;705;p22">
              <a:extLst>
                <a:ext uri="{FF2B5EF4-FFF2-40B4-BE49-F238E27FC236}">
                  <a16:creationId xmlns:a16="http://schemas.microsoft.com/office/drawing/2014/main" id="{6391CF7B-64AE-120F-144A-FC3DDB2EA0D3}"/>
                </a:ext>
              </a:extLst>
            </p:cNvPr>
            <p:cNvSpPr txBox="1"/>
            <p:nvPr/>
          </p:nvSpPr>
          <p:spPr>
            <a:xfrm>
              <a:off x="457200" y="2970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 defTabSz="1219170">
                <a:buClr>
                  <a:srgbClr val="000000"/>
                </a:buClr>
              </a:pPr>
              <a:r>
                <a:rPr lang="en" sz="2400" b="1" kern="0" dirty="0">
                  <a:solidFill>
                    <a:srgbClr val="C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</a:p>
          </p:txBody>
        </p:sp>
      </p:grpSp>
      <p:grpSp>
        <p:nvGrpSpPr>
          <p:cNvPr id="18" name="Google Shape;711;p22">
            <a:extLst>
              <a:ext uri="{FF2B5EF4-FFF2-40B4-BE49-F238E27FC236}">
                <a16:creationId xmlns:a16="http://schemas.microsoft.com/office/drawing/2014/main" id="{8554B23D-72D1-3DBC-DBD0-D9BEA8648ED6}"/>
              </a:ext>
            </a:extLst>
          </p:cNvPr>
          <p:cNvGrpSpPr/>
          <p:nvPr/>
        </p:nvGrpSpPr>
        <p:grpSpPr>
          <a:xfrm>
            <a:off x="5604574" y="4609325"/>
            <a:ext cx="6282624" cy="1371598"/>
            <a:chOff x="457200" y="3975800"/>
            <a:chExt cx="2518200" cy="824600"/>
          </a:xfrm>
        </p:grpSpPr>
        <p:grpSp>
          <p:nvGrpSpPr>
            <p:cNvPr id="19" name="Google Shape;712;p22">
              <a:extLst>
                <a:ext uri="{FF2B5EF4-FFF2-40B4-BE49-F238E27FC236}">
                  <a16:creationId xmlns:a16="http://schemas.microsoft.com/office/drawing/2014/main" id="{3336747B-A595-4253-4D5D-E5FC727225D1}"/>
                </a:ext>
              </a:extLst>
            </p:cNvPr>
            <p:cNvGrpSpPr/>
            <p:nvPr/>
          </p:nvGrpSpPr>
          <p:grpSpPr>
            <a:xfrm>
              <a:off x="914400" y="3975800"/>
              <a:ext cx="2061000" cy="824600"/>
              <a:chOff x="457200" y="3975800"/>
              <a:chExt cx="2061000" cy="824600"/>
            </a:xfrm>
          </p:grpSpPr>
          <p:sp>
            <p:nvSpPr>
              <p:cNvPr id="21" name="Google Shape;713;p22">
                <a:extLst>
                  <a:ext uri="{FF2B5EF4-FFF2-40B4-BE49-F238E27FC236}">
                    <a16:creationId xmlns:a16="http://schemas.microsoft.com/office/drawing/2014/main" id="{BD1E6EB2-AB67-3A1E-4B5F-B8F381AABB1F}"/>
                  </a:ext>
                </a:extLst>
              </p:cNvPr>
              <p:cNvSpPr txBox="1"/>
              <p:nvPr/>
            </p:nvSpPr>
            <p:spPr>
              <a:xfrm>
                <a:off x="457200" y="39758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" sz="2400" b="1" kern="0" dirty="0">
                    <a:solidFill>
                      <a:srgbClr val="C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Algoritmo</a:t>
                </a:r>
                <a:endParaRPr sz="2400" b="1" kern="0" dirty="0">
                  <a:solidFill>
                    <a:srgbClr val="C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2" name="Google Shape;714;p22">
                <a:extLst>
                  <a:ext uri="{FF2B5EF4-FFF2-40B4-BE49-F238E27FC236}">
                    <a16:creationId xmlns:a16="http://schemas.microsoft.com/office/drawing/2014/main" id="{9C0F045D-F24A-54A6-9C3A-5AA98B7B2548}"/>
                  </a:ext>
                </a:extLst>
              </p:cNvPr>
              <p:cNvSpPr txBox="1"/>
              <p:nvPr/>
            </p:nvSpPr>
            <p:spPr>
              <a:xfrm>
                <a:off x="457200" y="43174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285750" indent="-285750" defTabSz="1219170">
                  <a:buClr>
                    <a:srgbClr val="000000"/>
                  </a:buClr>
                  <a:buFont typeface="Arial" panose="020B0604020202020204" pitchFamily="34" charset="0"/>
                  <a:buChar char="•"/>
                </a:pPr>
                <a:r>
                  <a:rPr lang="es-MX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Algoritmo </a:t>
                </a:r>
                <a:r>
                  <a:rPr lang="es-MX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CE</a:t>
                </a:r>
                <a:r>
                  <a:rPr lang="es-MX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más flexible y preciso al capturar relaciones complejas entre variables, superando ligeramente a </a:t>
                </a:r>
                <a:r>
                  <a:rPr lang="es-MX" sz="1400" b="1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BL</a:t>
                </a:r>
                <a:r>
                  <a:rPr lang="es-MX" sz="14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.</a:t>
                </a:r>
              </a:p>
            </p:txBody>
          </p:sp>
        </p:grpSp>
        <p:sp>
          <p:nvSpPr>
            <p:cNvPr id="20" name="Google Shape;715;p22">
              <a:extLst>
                <a:ext uri="{FF2B5EF4-FFF2-40B4-BE49-F238E27FC236}">
                  <a16:creationId xmlns:a16="http://schemas.microsoft.com/office/drawing/2014/main" id="{BB466911-05BC-BECF-9980-8060CB3D54E7}"/>
                </a:ext>
              </a:extLst>
            </p:cNvPr>
            <p:cNvSpPr txBox="1"/>
            <p:nvPr/>
          </p:nvSpPr>
          <p:spPr>
            <a:xfrm>
              <a:off x="457200" y="3975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 defTabSz="1219170">
                <a:buClr>
                  <a:srgbClr val="000000"/>
                </a:buClr>
              </a:pPr>
              <a:r>
                <a:rPr lang="en" sz="2400" b="1" kern="0" dirty="0">
                  <a:solidFill>
                    <a:srgbClr val="C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06</a:t>
              </a:r>
              <a:endParaRPr sz="2400" b="1" kern="0" dirty="0">
                <a:solidFill>
                  <a:srgbClr val="C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e la oficina">
  <a:themeElements>
    <a:clrScheme name="Custom 14">
      <a:dk1>
        <a:srgbClr val="000000"/>
      </a:dk1>
      <a:lt1>
        <a:srgbClr val="FFFFFF"/>
      </a:lt1>
      <a:dk2>
        <a:srgbClr val="000073"/>
      </a:dk2>
      <a:lt2>
        <a:srgbClr val="FFE6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7542803_TF66676778.potx" id="{C81EB74A-AFB0-473E-88D0-4D8868E8D37A}" vid="{7D9CAFEF-7A3C-4A54-B392-6EDAF746C8A9}"/>
    </a:ext>
  </a:extLst>
</a:theme>
</file>

<file path=ppt/theme/theme2.xml><?xml version="1.0" encoding="utf-8"?>
<a:theme xmlns:a="http://schemas.openxmlformats.org/drawingml/2006/main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idn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1FEFD42-A734-46A6-A112-80AD16C336F3}">
  <we:reference id="wa200005566" version="3.0.0.2" store="es-MX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86DCD4-CC10-4396-8DE7-EA2446853BCB}">
  <we:reference id="wa200007130" version="1.0.0.1" store="es-MX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B0ABC2-BF39-4F70-A7AD-9DFBD1D272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EC375F-F377-4CDC-ADF0-CC8811D177D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61A1251-DA89-493A-8204-679220DD13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Panel, de 24Slides</Template>
  <TotalTime>3921</TotalTime>
  <Words>1030</Words>
  <Application>Microsoft Office PowerPoint</Application>
  <PresentationFormat>Panorámica</PresentationFormat>
  <Paragraphs>206</Paragraphs>
  <Slides>9</Slides>
  <Notes>8</Notes>
  <HiddenSlides>0</HiddenSlides>
  <MMClips>0</MMClips>
  <ScaleCrop>false</ScaleCrop>
  <HeadingPairs>
    <vt:vector size="8" baseType="variant">
      <vt:variant>
        <vt:lpstr>Fuentes usadas</vt:lpstr>
      </vt:variant>
      <vt:variant>
        <vt:i4>10</vt:i4>
      </vt:variant>
      <vt:variant>
        <vt:lpstr>Tema</vt:lpstr>
      </vt:variant>
      <vt:variant>
        <vt:i4>4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Century Gothic</vt:lpstr>
      <vt:lpstr>Century Gothic (Títulos)</vt:lpstr>
      <vt:lpstr>Fira Sans Extra Condensed</vt:lpstr>
      <vt:lpstr>Fira Sans Extra Condensed SemiBold</vt:lpstr>
      <vt:lpstr>Roboto</vt:lpstr>
      <vt:lpstr>Segoe UI Light</vt:lpstr>
      <vt:lpstr>Tema de la oficina</vt:lpstr>
      <vt:lpstr>Machine Learning Infographics by Slidesgo</vt:lpstr>
      <vt:lpstr>Midnight</vt:lpstr>
      <vt:lpstr>1_Machine Learning Infographics by Slidesgo</vt:lpstr>
      <vt:lpstr>Document</vt:lpstr>
      <vt:lpstr>MACHINE LEARNING APLICADO AL ANÁLISIS DE RIESGO DE CRÉDITO</vt:lpstr>
      <vt:lpstr>OBJETIVOS</vt:lpstr>
      <vt:lpstr>Presentación de PowerPoint</vt:lpstr>
      <vt:lpstr>Presentación de PowerPoint</vt:lpstr>
      <vt:lpstr>METODOLOGIA</vt:lpstr>
      <vt:lpstr>RESULTADOS - BL</vt:lpstr>
      <vt:lpstr>RESULTADOS - CE</vt:lpstr>
      <vt:lpstr>RESULTADOS COMPARATIVOS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BH</dc:creator>
  <cp:lastModifiedBy>David BH</cp:lastModifiedBy>
  <cp:revision>33</cp:revision>
  <dcterms:created xsi:type="dcterms:W3CDTF">2024-09-22T17:24:18Z</dcterms:created>
  <dcterms:modified xsi:type="dcterms:W3CDTF">2025-06-16T11:54:40Z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